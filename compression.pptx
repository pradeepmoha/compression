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67"/>
  </p:normalViewPr>
  <p:slideViewPr>
    <p:cSldViewPr snapToGrid="0">
      <p:cViewPr>
        <p:scale>
          <a:sx n="84" d="100"/>
          <a:sy n="84" d="100"/>
        </p:scale>
        <p:origin x="1664" y="10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23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23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6FFB3C-C938-442D-90FD-F9948D68A3C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6B9EA60-887F-4B8B-B751-E80C659A7C55}">
      <dgm:prSet/>
      <dgm:spPr/>
      <dgm:t>
        <a:bodyPr/>
        <a:lstStyle/>
        <a:p>
          <a:r>
            <a:rPr lang="en-US" b="0" i="0" baseline="0"/>
            <a:t>E-commerce platforms (like Amazon, Flipkart) handle massive, constant streams of data.</a:t>
          </a:r>
          <a:endParaRPr lang="en-US"/>
        </a:p>
      </dgm:t>
    </dgm:pt>
    <dgm:pt modelId="{BAD9B284-2B94-4D27-97DD-B22492357201}" type="parTrans" cxnId="{4CBCAD36-C83F-410F-845E-834555AB49F6}">
      <dgm:prSet/>
      <dgm:spPr/>
      <dgm:t>
        <a:bodyPr/>
        <a:lstStyle/>
        <a:p>
          <a:endParaRPr lang="en-US"/>
        </a:p>
      </dgm:t>
    </dgm:pt>
    <dgm:pt modelId="{6180BE24-EFA3-42A0-9485-05C2D75589A6}" type="sibTrans" cxnId="{4CBCAD36-C83F-410F-845E-834555AB49F6}">
      <dgm:prSet/>
      <dgm:spPr/>
      <dgm:t>
        <a:bodyPr/>
        <a:lstStyle/>
        <a:p>
          <a:endParaRPr lang="en-US"/>
        </a:p>
      </dgm:t>
    </dgm:pt>
    <dgm:pt modelId="{BAB7BEC1-982B-4102-AAB4-A753486ED74A}">
      <dgm:prSet/>
      <dgm:spPr/>
      <dgm:t>
        <a:bodyPr/>
        <a:lstStyle/>
        <a:p>
          <a:r>
            <a:rPr lang="en-US" b="0" i="0" baseline="0"/>
            <a:t>This includes:</a:t>
          </a:r>
          <a:endParaRPr lang="en-US"/>
        </a:p>
      </dgm:t>
    </dgm:pt>
    <dgm:pt modelId="{D3C70237-E556-4B28-AE87-5F6080618588}" type="parTrans" cxnId="{F8178D3A-3FEC-4149-BD6C-B1F1AC9DA685}">
      <dgm:prSet/>
      <dgm:spPr/>
      <dgm:t>
        <a:bodyPr/>
        <a:lstStyle/>
        <a:p>
          <a:endParaRPr lang="en-US"/>
        </a:p>
      </dgm:t>
    </dgm:pt>
    <dgm:pt modelId="{52E15B39-F9B0-41CF-B761-D39961C46E76}" type="sibTrans" cxnId="{F8178D3A-3FEC-4149-BD6C-B1F1AC9DA685}">
      <dgm:prSet/>
      <dgm:spPr/>
      <dgm:t>
        <a:bodyPr/>
        <a:lstStyle/>
        <a:p>
          <a:endParaRPr lang="en-US"/>
        </a:p>
      </dgm:t>
    </dgm:pt>
    <dgm:pt modelId="{D0357B9C-C9C5-469D-9EBE-A681C394F2EC}">
      <dgm:prSet/>
      <dgm:spPr/>
      <dgm:t>
        <a:bodyPr/>
        <a:lstStyle/>
        <a:p>
          <a:r>
            <a:rPr lang="en-US" b="1" i="0" baseline="0"/>
            <a:t>Large Product Catalogs:</a:t>
          </a:r>
          <a:r>
            <a:rPr lang="en-US" b="0" i="0" baseline="0"/>
            <a:t> Big JSON, CSV, or XML files.</a:t>
          </a:r>
          <a:endParaRPr lang="en-US"/>
        </a:p>
      </dgm:t>
    </dgm:pt>
    <dgm:pt modelId="{100FB85E-EEBD-4A64-BA59-9BC5CB2EBE03}" type="parTrans" cxnId="{97124A2C-FD2C-46B2-9FFB-6CC3E0F52869}">
      <dgm:prSet/>
      <dgm:spPr/>
      <dgm:t>
        <a:bodyPr/>
        <a:lstStyle/>
        <a:p>
          <a:endParaRPr lang="en-US"/>
        </a:p>
      </dgm:t>
    </dgm:pt>
    <dgm:pt modelId="{2E063507-57B9-4875-9155-4E38CE0A117F}" type="sibTrans" cxnId="{97124A2C-FD2C-46B2-9FFB-6CC3E0F52869}">
      <dgm:prSet/>
      <dgm:spPr/>
      <dgm:t>
        <a:bodyPr/>
        <a:lstStyle/>
        <a:p>
          <a:endParaRPr lang="en-US"/>
        </a:p>
      </dgm:t>
    </dgm:pt>
    <dgm:pt modelId="{5105636A-CE5C-430B-A389-922F13A5389F}">
      <dgm:prSet/>
      <dgm:spPr/>
      <dgm:t>
        <a:bodyPr/>
        <a:lstStyle/>
        <a:p>
          <a:r>
            <a:rPr lang="en-US" b="1" i="0" baseline="0"/>
            <a:t>Real-Time Data:</a:t>
          </a:r>
          <a:r>
            <a:rPr lang="en-US" b="0" i="0" baseline="0"/>
            <a:t> Billions of user logs, search queries, and database transactions.</a:t>
          </a:r>
          <a:endParaRPr lang="en-US"/>
        </a:p>
      </dgm:t>
    </dgm:pt>
    <dgm:pt modelId="{BB0A8D12-AC08-4BA9-B274-8D29AEE8C838}" type="parTrans" cxnId="{5CF3FE12-2769-4E94-B2E8-16DEB31879E1}">
      <dgm:prSet/>
      <dgm:spPr/>
      <dgm:t>
        <a:bodyPr/>
        <a:lstStyle/>
        <a:p>
          <a:endParaRPr lang="en-US"/>
        </a:p>
      </dgm:t>
    </dgm:pt>
    <dgm:pt modelId="{B15DA751-8D5A-4D62-AAAA-D8AC09802A7E}" type="sibTrans" cxnId="{5CF3FE12-2769-4E94-B2E8-16DEB31879E1}">
      <dgm:prSet/>
      <dgm:spPr/>
      <dgm:t>
        <a:bodyPr/>
        <a:lstStyle/>
        <a:p>
          <a:endParaRPr lang="en-US"/>
        </a:p>
      </dgm:t>
    </dgm:pt>
    <dgm:pt modelId="{61E843A2-0E65-48C1-9897-0FFFA605FFCD}">
      <dgm:prSet/>
      <dgm:spPr/>
      <dgm:t>
        <a:bodyPr/>
        <a:lstStyle/>
        <a:p>
          <a:r>
            <a:rPr lang="en-US" b="1" i="0" baseline="0"/>
            <a:t>In-Memory Caches:</a:t>
          </a:r>
          <a:r>
            <a:rPr lang="en-US" b="0" i="0" baseline="0"/>
            <a:t> Gigabytes of user session data stored in RAM.</a:t>
          </a:r>
          <a:endParaRPr lang="en-US"/>
        </a:p>
      </dgm:t>
    </dgm:pt>
    <dgm:pt modelId="{0DDD25B9-CD6A-47DE-8D65-C48C49DEE955}" type="parTrans" cxnId="{4D90CF86-C086-4C25-ABF7-E57F4A19A835}">
      <dgm:prSet/>
      <dgm:spPr/>
      <dgm:t>
        <a:bodyPr/>
        <a:lstStyle/>
        <a:p>
          <a:endParaRPr lang="en-US"/>
        </a:p>
      </dgm:t>
    </dgm:pt>
    <dgm:pt modelId="{7AA2C4EE-DAB5-4766-83F2-7A93230E1534}" type="sibTrans" cxnId="{4D90CF86-C086-4C25-ABF7-E57F4A19A835}">
      <dgm:prSet/>
      <dgm:spPr/>
      <dgm:t>
        <a:bodyPr/>
        <a:lstStyle/>
        <a:p>
          <a:endParaRPr lang="en-US"/>
        </a:p>
      </dgm:t>
    </dgm:pt>
    <dgm:pt modelId="{01A3C441-2DBC-4EBD-A8EC-EFF7AA0E7195}">
      <dgm:prSet/>
      <dgm:spPr/>
      <dgm:t>
        <a:bodyPr/>
        <a:lstStyle/>
        <a:p>
          <a:r>
            <a:rPr lang="en-US" b="1" i="0" baseline="0"/>
            <a:t>The Challenge:</a:t>
          </a:r>
          <a:r>
            <a:rPr lang="en-US" b="0" i="0" baseline="0"/>
            <a:t> We must compress this data to save storage and network costs, </a:t>
          </a:r>
          <a:r>
            <a:rPr lang="en-US" b="1" i="0" baseline="0"/>
            <a:t>but we cannot slow down the website.</a:t>
          </a:r>
          <a:endParaRPr lang="en-US"/>
        </a:p>
      </dgm:t>
    </dgm:pt>
    <dgm:pt modelId="{1E4575DA-FA8F-4AC0-B172-3BA81707085A}" type="parTrans" cxnId="{033E11B4-D178-4891-8B13-993465810BF6}">
      <dgm:prSet/>
      <dgm:spPr/>
      <dgm:t>
        <a:bodyPr/>
        <a:lstStyle/>
        <a:p>
          <a:endParaRPr lang="en-US"/>
        </a:p>
      </dgm:t>
    </dgm:pt>
    <dgm:pt modelId="{6D937DB5-C0CF-481E-B51D-7E805EB1F043}" type="sibTrans" cxnId="{033E11B4-D178-4891-8B13-993465810BF6}">
      <dgm:prSet/>
      <dgm:spPr/>
      <dgm:t>
        <a:bodyPr/>
        <a:lstStyle/>
        <a:p>
          <a:endParaRPr lang="en-US"/>
        </a:p>
      </dgm:t>
    </dgm:pt>
    <dgm:pt modelId="{EAD8295B-43A6-420A-80C3-E1A1009A3945}" type="pres">
      <dgm:prSet presAssocID="{176FFB3C-C938-442D-90FD-F9948D68A3CB}" presName="root" presStyleCnt="0">
        <dgm:presLayoutVars>
          <dgm:dir/>
          <dgm:resizeHandles val="exact"/>
        </dgm:presLayoutVars>
      </dgm:prSet>
      <dgm:spPr/>
    </dgm:pt>
    <dgm:pt modelId="{B5137D7C-A831-40E7-895D-F8D7BCBE861E}" type="pres">
      <dgm:prSet presAssocID="{76B9EA60-887F-4B8B-B751-E80C659A7C55}" presName="compNode" presStyleCnt="0"/>
      <dgm:spPr/>
    </dgm:pt>
    <dgm:pt modelId="{B7FD6651-4A87-498A-B58D-AF33D54BA86C}" type="pres">
      <dgm:prSet presAssocID="{76B9EA60-887F-4B8B-B751-E80C659A7C55}" presName="bgRect" presStyleLbl="bgShp" presStyleIdx="0" presStyleCnt="6"/>
      <dgm:spPr/>
    </dgm:pt>
    <dgm:pt modelId="{F6210EA5-4E0F-4936-AA92-849153122131}" type="pres">
      <dgm:prSet presAssocID="{76B9EA60-887F-4B8B-B751-E80C659A7C55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osk"/>
        </a:ext>
      </dgm:extLst>
    </dgm:pt>
    <dgm:pt modelId="{373BF02A-B42B-42AB-9556-69A76B7F674F}" type="pres">
      <dgm:prSet presAssocID="{76B9EA60-887F-4B8B-B751-E80C659A7C55}" presName="spaceRect" presStyleCnt="0"/>
      <dgm:spPr/>
    </dgm:pt>
    <dgm:pt modelId="{2138079A-FE24-4FE9-9D0A-52BCFEEEAD75}" type="pres">
      <dgm:prSet presAssocID="{76B9EA60-887F-4B8B-B751-E80C659A7C55}" presName="parTx" presStyleLbl="revTx" presStyleIdx="0" presStyleCnt="6">
        <dgm:presLayoutVars>
          <dgm:chMax val="0"/>
          <dgm:chPref val="0"/>
        </dgm:presLayoutVars>
      </dgm:prSet>
      <dgm:spPr/>
    </dgm:pt>
    <dgm:pt modelId="{FA704824-1164-4F61-A929-C0A8D4403B41}" type="pres">
      <dgm:prSet presAssocID="{6180BE24-EFA3-42A0-9485-05C2D75589A6}" presName="sibTrans" presStyleCnt="0"/>
      <dgm:spPr/>
    </dgm:pt>
    <dgm:pt modelId="{B743E70B-6EA6-496B-94E0-AB8BD4E1B17B}" type="pres">
      <dgm:prSet presAssocID="{BAB7BEC1-982B-4102-AAB4-A753486ED74A}" presName="compNode" presStyleCnt="0"/>
      <dgm:spPr/>
    </dgm:pt>
    <dgm:pt modelId="{BB770FBD-3952-4EE4-83C7-EECC47C2421D}" type="pres">
      <dgm:prSet presAssocID="{BAB7BEC1-982B-4102-AAB4-A753486ED74A}" presName="bgRect" presStyleLbl="bgShp" presStyleIdx="1" presStyleCnt="6"/>
      <dgm:spPr/>
    </dgm:pt>
    <dgm:pt modelId="{34D2ED0F-5945-4E5D-AC15-B1CA2D38E410}" type="pres">
      <dgm:prSet presAssocID="{BAB7BEC1-982B-4102-AAB4-A753486ED74A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DC54FE92-BFA0-42E5-8DE7-39009D673CFB}" type="pres">
      <dgm:prSet presAssocID="{BAB7BEC1-982B-4102-AAB4-A753486ED74A}" presName="spaceRect" presStyleCnt="0"/>
      <dgm:spPr/>
    </dgm:pt>
    <dgm:pt modelId="{8682A2FA-1053-416A-A102-4D07D8F5363D}" type="pres">
      <dgm:prSet presAssocID="{BAB7BEC1-982B-4102-AAB4-A753486ED74A}" presName="parTx" presStyleLbl="revTx" presStyleIdx="1" presStyleCnt="6">
        <dgm:presLayoutVars>
          <dgm:chMax val="0"/>
          <dgm:chPref val="0"/>
        </dgm:presLayoutVars>
      </dgm:prSet>
      <dgm:spPr/>
    </dgm:pt>
    <dgm:pt modelId="{9E415228-F1D4-49CF-B948-BC035BBC87F8}" type="pres">
      <dgm:prSet presAssocID="{52E15B39-F9B0-41CF-B761-D39961C46E76}" presName="sibTrans" presStyleCnt="0"/>
      <dgm:spPr/>
    </dgm:pt>
    <dgm:pt modelId="{C9DEFA68-30D2-46AC-938F-3857E77ED7FC}" type="pres">
      <dgm:prSet presAssocID="{D0357B9C-C9C5-469D-9EBE-A681C394F2EC}" presName="compNode" presStyleCnt="0"/>
      <dgm:spPr/>
    </dgm:pt>
    <dgm:pt modelId="{34469686-990C-430C-9D30-1E505015E838}" type="pres">
      <dgm:prSet presAssocID="{D0357B9C-C9C5-469D-9EBE-A681C394F2EC}" presName="bgRect" presStyleLbl="bgShp" presStyleIdx="2" presStyleCnt="6"/>
      <dgm:spPr/>
    </dgm:pt>
    <dgm:pt modelId="{F04B7735-1C37-4884-AD0A-7FDF9E760F90}" type="pres">
      <dgm:prSet presAssocID="{D0357B9C-C9C5-469D-9EBE-A681C394F2EC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1830307-B200-4DB3-BDF6-64834CA5656F}" type="pres">
      <dgm:prSet presAssocID="{D0357B9C-C9C5-469D-9EBE-A681C394F2EC}" presName="spaceRect" presStyleCnt="0"/>
      <dgm:spPr/>
    </dgm:pt>
    <dgm:pt modelId="{6E392842-47B4-4AFD-89D3-AC64B99B1DEA}" type="pres">
      <dgm:prSet presAssocID="{D0357B9C-C9C5-469D-9EBE-A681C394F2EC}" presName="parTx" presStyleLbl="revTx" presStyleIdx="2" presStyleCnt="6">
        <dgm:presLayoutVars>
          <dgm:chMax val="0"/>
          <dgm:chPref val="0"/>
        </dgm:presLayoutVars>
      </dgm:prSet>
      <dgm:spPr/>
    </dgm:pt>
    <dgm:pt modelId="{DD0FD503-4603-4FD1-9366-34F539944B53}" type="pres">
      <dgm:prSet presAssocID="{2E063507-57B9-4875-9155-4E38CE0A117F}" presName="sibTrans" presStyleCnt="0"/>
      <dgm:spPr/>
    </dgm:pt>
    <dgm:pt modelId="{4792A715-69F9-4D1A-92EA-1507AEC87231}" type="pres">
      <dgm:prSet presAssocID="{5105636A-CE5C-430B-A389-922F13A5389F}" presName="compNode" presStyleCnt="0"/>
      <dgm:spPr/>
    </dgm:pt>
    <dgm:pt modelId="{A2BE88B3-3AB6-4D81-8D4E-7BE18DE33FE7}" type="pres">
      <dgm:prSet presAssocID="{5105636A-CE5C-430B-A389-922F13A5389F}" presName="bgRect" presStyleLbl="bgShp" presStyleIdx="3" presStyleCnt="6"/>
      <dgm:spPr/>
    </dgm:pt>
    <dgm:pt modelId="{2B1D3DF7-54D0-4FB5-9E63-38415E8B32ED}" type="pres">
      <dgm:prSet presAssocID="{5105636A-CE5C-430B-A389-922F13A5389F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7DFE418A-841F-4B71-A4B7-B4CE7E5F0043}" type="pres">
      <dgm:prSet presAssocID="{5105636A-CE5C-430B-A389-922F13A5389F}" presName="spaceRect" presStyleCnt="0"/>
      <dgm:spPr/>
    </dgm:pt>
    <dgm:pt modelId="{970D144B-5172-4D3D-9792-8E357BE36D9D}" type="pres">
      <dgm:prSet presAssocID="{5105636A-CE5C-430B-A389-922F13A5389F}" presName="parTx" presStyleLbl="revTx" presStyleIdx="3" presStyleCnt="6">
        <dgm:presLayoutVars>
          <dgm:chMax val="0"/>
          <dgm:chPref val="0"/>
        </dgm:presLayoutVars>
      </dgm:prSet>
      <dgm:spPr/>
    </dgm:pt>
    <dgm:pt modelId="{55EB1D79-55A2-4D25-9F92-7D4779CC7422}" type="pres">
      <dgm:prSet presAssocID="{B15DA751-8D5A-4D62-AAAA-D8AC09802A7E}" presName="sibTrans" presStyleCnt="0"/>
      <dgm:spPr/>
    </dgm:pt>
    <dgm:pt modelId="{FC6B3C4B-F555-4204-97F1-D427EE449D5E}" type="pres">
      <dgm:prSet presAssocID="{61E843A2-0E65-48C1-9897-0FFFA605FFCD}" presName="compNode" presStyleCnt="0"/>
      <dgm:spPr/>
    </dgm:pt>
    <dgm:pt modelId="{95D4FAA4-C264-49C5-8361-F457F227718D}" type="pres">
      <dgm:prSet presAssocID="{61E843A2-0E65-48C1-9897-0FFFA605FFCD}" presName="bgRect" presStyleLbl="bgShp" presStyleIdx="4" presStyleCnt="6"/>
      <dgm:spPr/>
    </dgm:pt>
    <dgm:pt modelId="{91F4914A-33A1-45DB-A36D-99256A57FA88}" type="pres">
      <dgm:prSet presAssocID="{61E843A2-0E65-48C1-9897-0FFFA605FFCD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966053B1-D976-4D09-A9BA-9019BB7C4921}" type="pres">
      <dgm:prSet presAssocID="{61E843A2-0E65-48C1-9897-0FFFA605FFCD}" presName="spaceRect" presStyleCnt="0"/>
      <dgm:spPr/>
    </dgm:pt>
    <dgm:pt modelId="{7FE80892-CDFD-4E2D-A347-0785C93392E7}" type="pres">
      <dgm:prSet presAssocID="{61E843A2-0E65-48C1-9897-0FFFA605FFCD}" presName="parTx" presStyleLbl="revTx" presStyleIdx="4" presStyleCnt="6">
        <dgm:presLayoutVars>
          <dgm:chMax val="0"/>
          <dgm:chPref val="0"/>
        </dgm:presLayoutVars>
      </dgm:prSet>
      <dgm:spPr/>
    </dgm:pt>
    <dgm:pt modelId="{7B89E897-D95A-4287-9726-6A54C0A19ACF}" type="pres">
      <dgm:prSet presAssocID="{7AA2C4EE-DAB5-4766-83F2-7A93230E1534}" presName="sibTrans" presStyleCnt="0"/>
      <dgm:spPr/>
    </dgm:pt>
    <dgm:pt modelId="{7CE5D5AF-E4FB-4919-BB14-85D10D8F3E4C}" type="pres">
      <dgm:prSet presAssocID="{01A3C441-2DBC-4EBD-A8EC-EFF7AA0E7195}" presName="compNode" presStyleCnt="0"/>
      <dgm:spPr/>
    </dgm:pt>
    <dgm:pt modelId="{F874068D-821D-47B5-AC18-833A3BE71651}" type="pres">
      <dgm:prSet presAssocID="{01A3C441-2DBC-4EBD-A8EC-EFF7AA0E7195}" presName="bgRect" presStyleLbl="bgShp" presStyleIdx="5" presStyleCnt="6"/>
      <dgm:spPr/>
    </dgm:pt>
    <dgm:pt modelId="{FFD82E18-2D0B-4298-AC71-1555BA195CCB}" type="pres">
      <dgm:prSet presAssocID="{01A3C441-2DBC-4EBD-A8EC-EFF7AA0E7195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8FAD7C11-B315-4E69-A2D6-6D1A7D5DF205}" type="pres">
      <dgm:prSet presAssocID="{01A3C441-2DBC-4EBD-A8EC-EFF7AA0E7195}" presName="spaceRect" presStyleCnt="0"/>
      <dgm:spPr/>
    </dgm:pt>
    <dgm:pt modelId="{5ECF20D5-FB90-49BC-9479-A5F79E167162}" type="pres">
      <dgm:prSet presAssocID="{01A3C441-2DBC-4EBD-A8EC-EFF7AA0E7195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5CF3FE12-2769-4E94-B2E8-16DEB31879E1}" srcId="{176FFB3C-C938-442D-90FD-F9948D68A3CB}" destId="{5105636A-CE5C-430B-A389-922F13A5389F}" srcOrd="3" destOrd="0" parTransId="{BB0A8D12-AC08-4BA9-B274-8D29AEE8C838}" sibTransId="{B15DA751-8D5A-4D62-AAAA-D8AC09802A7E}"/>
    <dgm:cxn modelId="{97124A2C-FD2C-46B2-9FFB-6CC3E0F52869}" srcId="{176FFB3C-C938-442D-90FD-F9948D68A3CB}" destId="{D0357B9C-C9C5-469D-9EBE-A681C394F2EC}" srcOrd="2" destOrd="0" parTransId="{100FB85E-EEBD-4A64-BA59-9BC5CB2EBE03}" sibTransId="{2E063507-57B9-4875-9155-4E38CE0A117F}"/>
    <dgm:cxn modelId="{4CBCAD36-C83F-410F-845E-834555AB49F6}" srcId="{176FFB3C-C938-442D-90FD-F9948D68A3CB}" destId="{76B9EA60-887F-4B8B-B751-E80C659A7C55}" srcOrd="0" destOrd="0" parTransId="{BAD9B284-2B94-4D27-97DD-B22492357201}" sibTransId="{6180BE24-EFA3-42A0-9485-05C2D75589A6}"/>
    <dgm:cxn modelId="{F8178D3A-3FEC-4149-BD6C-B1F1AC9DA685}" srcId="{176FFB3C-C938-442D-90FD-F9948D68A3CB}" destId="{BAB7BEC1-982B-4102-AAB4-A753486ED74A}" srcOrd="1" destOrd="0" parTransId="{D3C70237-E556-4B28-AE87-5F6080618588}" sibTransId="{52E15B39-F9B0-41CF-B761-D39961C46E76}"/>
    <dgm:cxn modelId="{3A9F0F44-BAD7-4EAD-88B0-934E2A0C0A58}" type="presOf" srcId="{5105636A-CE5C-430B-A389-922F13A5389F}" destId="{970D144B-5172-4D3D-9792-8E357BE36D9D}" srcOrd="0" destOrd="0" presId="urn:microsoft.com/office/officeart/2018/2/layout/IconVerticalSolidList"/>
    <dgm:cxn modelId="{B190A16F-1924-41C6-B1B7-6023C9DE3810}" type="presOf" srcId="{176FFB3C-C938-442D-90FD-F9948D68A3CB}" destId="{EAD8295B-43A6-420A-80C3-E1A1009A3945}" srcOrd="0" destOrd="0" presId="urn:microsoft.com/office/officeart/2018/2/layout/IconVerticalSolidList"/>
    <dgm:cxn modelId="{5D60917B-3F55-4C7D-A12D-7D013735A6E8}" type="presOf" srcId="{01A3C441-2DBC-4EBD-A8EC-EFF7AA0E7195}" destId="{5ECF20D5-FB90-49BC-9479-A5F79E167162}" srcOrd="0" destOrd="0" presId="urn:microsoft.com/office/officeart/2018/2/layout/IconVerticalSolidList"/>
    <dgm:cxn modelId="{4D90CF86-C086-4C25-ABF7-E57F4A19A835}" srcId="{176FFB3C-C938-442D-90FD-F9948D68A3CB}" destId="{61E843A2-0E65-48C1-9897-0FFFA605FFCD}" srcOrd="4" destOrd="0" parTransId="{0DDD25B9-CD6A-47DE-8D65-C48C49DEE955}" sibTransId="{7AA2C4EE-DAB5-4766-83F2-7A93230E1534}"/>
    <dgm:cxn modelId="{D090F8A3-C73D-46E0-814D-FF522573D8E2}" type="presOf" srcId="{D0357B9C-C9C5-469D-9EBE-A681C394F2EC}" destId="{6E392842-47B4-4AFD-89D3-AC64B99B1DEA}" srcOrd="0" destOrd="0" presId="urn:microsoft.com/office/officeart/2018/2/layout/IconVerticalSolidList"/>
    <dgm:cxn modelId="{F764D1AC-939B-4CAD-848D-F71DF7D34F1A}" type="presOf" srcId="{61E843A2-0E65-48C1-9897-0FFFA605FFCD}" destId="{7FE80892-CDFD-4E2D-A347-0785C93392E7}" srcOrd="0" destOrd="0" presId="urn:microsoft.com/office/officeart/2018/2/layout/IconVerticalSolidList"/>
    <dgm:cxn modelId="{033E11B4-D178-4891-8B13-993465810BF6}" srcId="{176FFB3C-C938-442D-90FD-F9948D68A3CB}" destId="{01A3C441-2DBC-4EBD-A8EC-EFF7AA0E7195}" srcOrd="5" destOrd="0" parTransId="{1E4575DA-FA8F-4AC0-B172-3BA81707085A}" sibTransId="{6D937DB5-C0CF-481E-B51D-7E805EB1F043}"/>
    <dgm:cxn modelId="{37DB90BB-9FF5-472F-8780-F754B9EC2136}" type="presOf" srcId="{BAB7BEC1-982B-4102-AAB4-A753486ED74A}" destId="{8682A2FA-1053-416A-A102-4D07D8F5363D}" srcOrd="0" destOrd="0" presId="urn:microsoft.com/office/officeart/2018/2/layout/IconVerticalSolidList"/>
    <dgm:cxn modelId="{1C5856CF-DDFC-4C5E-90BE-5B36A167903C}" type="presOf" srcId="{76B9EA60-887F-4B8B-B751-E80C659A7C55}" destId="{2138079A-FE24-4FE9-9D0A-52BCFEEEAD75}" srcOrd="0" destOrd="0" presId="urn:microsoft.com/office/officeart/2018/2/layout/IconVerticalSolidList"/>
    <dgm:cxn modelId="{2388D7C4-6444-4FC8-B90F-183AF2627650}" type="presParOf" srcId="{EAD8295B-43A6-420A-80C3-E1A1009A3945}" destId="{B5137D7C-A831-40E7-895D-F8D7BCBE861E}" srcOrd="0" destOrd="0" presId="urn:microsoft.com/office/officeart/2018/2/layout/IconVerticalSolidList"/>
    <dgm:cxn modelId="{30F325B1-441F-4DC9-8675-4A23A78BCCC0}" type="presParOf" srcId="{B5137D7C-A831-40E7-895D-F8D7BCBE861E}" destId="{B7FD6651-4A87-498A-B58D-AF33D54BA86C}" srcOrd="0" destOrd="0" presId="urn:microsoft.com/office/officeart/2018/2/layout/IconVerticalSolidList"/>
    <dgm:cxn modelId="{53CCF2FD-CA0A-4680-8791-B5363A7FD0E0}" type="presParOf" srcId="{B5137D7C-A831-40E7-895D-F8D7BCBE861E}" destId="{F6210EA5-4E0F-4936-AA92-849153122131}" srcOrd="1" destOrd="0" presId="urn:microsoft.com/office/officeart/2018/2/layout/IconVerticalSolidList"/>
    <dgm:cxn modelId="{A34A5E29-A920-4694-90AF-1F433F3F5FBB}" type="presParOf" srcId="{B5137D7C-A831-40E7-895D-F8D7BCBE861E}" destId="{373BF02A-B42B-42AB-9556-69A76B7F674F}" srcOrd="2" destOrd="0" presId="urn:microsoft.com/office/officeart/2018/2/layout/IconVerticalSolidList"/>
    <dgm:cxn modelId="{392D7C6E-71A3-4AC5-B972-85CE248A628A}" type="presParOf" srcId="{B5137D7C-A831-40E7-895D-F8D7BCBE861E}" destId="{2138079A-FE24-4FE9-9D0A-52BCFEEEAD75}" srcOrd="3" destOrd="0" presId="urn:microsoft.com/office/officeart/2018/2/layout/IconVerticalSolidList"/>
    <dgm:cxn modelId="{CA6B7DA9-F5B6-4DE6-A83C-97555BE472A3}" type="presParOf" srcId="{EAD8295B-43A6-420A-80C3-E1A1009A3945}" destId="{FA704824-1164-4F61-A929-C0A8D4403B41}" srcOrd="1" destOrd="0" presId="urn:microsoft.com/office/officeart/2018/2/layout/IconVerticalSolidList"/>
    <dgm:cxn modelId="{7BF62D38-CE36-4C0E-87F5-20A9B1C1467C}" type="presParOf" srcId="{EAD8295B-43A6-420A-80C3-E1A1009A3945}" destId="{B743E70B-6EA6-496B-94E0-AB8BD4E1B17B}" srcOrd="2" destOrd="0" presId="urn:microsoft.com/office/officeart/2018/2/layout/IconVerticalSolidList"/>
    <dgm:cxn modelId="{FAE2EE9D-EB71-4D5F-BD07-999F3171A5E8}" type="presParOf" srcId="{B743E70B-6EA6-496B-94E0-AB8BD4E1B17B}" destId="{BB770FBD-3952-4EE4-83C7-EECC47C2421D}" srcOrd="0" destOrd="0" presId="urn:microsoft.com/office/officeart/2018/2/layout/IconVerticalSolidList"/>
    <dgm:cxn modelId="{6F317D1B-0FD6-4886-BDB6-C1D9016D4319}" type="presParOf" srcId="{B743E70B-6EA6-496B-94E0-AB8BD4E1B17B}" destId="{34D2ED0F-5945-4E5D-AC15-B1CA2D38E410}" srcOrd="1" destOrd="0" presId="urn:microsoft.com/office/officeart/2018/2/layout/IconVerticalSolidList"/>
    <dgm:cxn modelId="{BB9C3B06-92FE-43D0-8A48-6AE17BC8DB52}" type="presParOf" srcId="{B743E70B-6EA6-496B-94E0-AB8BD4E1B17B}" destId="{DC54FE92-BFA0-42E5-8DE7-39009D673CFB}" srcOrd="2" destOrd="0" presId="urn:microsoft.com/office/officeart/2018/2/layout/IconVerticalSolidList"/>
    <dgm:cxn modelId="{D039DB7F-99F3-4467-BA16-4DF747282EF3}" type="presParOf" srcId="{B743E70B-6EA6-496B-94E0-AB8BD4E1B17B}" destId="{8682A2FA-1053-416A-A102-4D07D8F5363D}" srcOrd="3" destOrd="0" presId="urn:microsoft.com/office/officeart/2018/2/layout/IconVerticalSolidList"/>
    <dgm:cxn modelId="{E283EE2E-0CBF-40D8-8BCA-665650DBD731}" type="presParOf" srcId="{EAD8295B-43A6-420A-80C3-E1A1009A3945}" destId="{9E415228-F1D4-49CF-B948-BC035BBC87F8}" srcOrd="3" destOrd="0" presId="urn:microsoft.com/office/officeart/2018/2/layout/IconVerticalSolidList"/>
    <dgm:cxn modelId="{F0E143F1-ECC0-42F4-867C-CAD4A4D422A1}" type="presParOf" srcId="{EAD8295B-43A6-420A-80C3-E1A1009A3945}" destId="{C9DEFA68-30D2-46AC-938F-3857E77ED7FC}" srcOrd="4" destOrd="0" presId="urn:microsoft.com/office/officeart/2018/2/layout/IconVerticalSolidList"/>
    <dgm:cxn modelId="{B71CBB5C-CC96-4A0A-8233-396C70046009}" type="presParOf" srcId="{C9DEFA68-30D2-46AC-938F-3857E77ED7FC}" destId="{34469686-990C-430C-9D30-1E505015E838}" srcOrd="0" destOrd="0" presId="urn:microsoft.com/office/officeart/2018/2/layout/IconVerticalSolidList"/>
    <dgm:cxn modelId="{9220AB52-D00B-4D91-B2B4-97326DC656E1}" type="presParOf" srcId="{C9DEFA68-30D2-46AC-938F-3857E77ED7FC}" destId="{F04B7735-1C37-4884-AD0A-7FDF9E760F90}" srcOrd="1" destOrd="0" presId="urn:microsoft.com/office/officeart/2018/2/layout/IconVerticalSolidList"/>
    <dgm:cxn modelId="{779CE7FF-EF7B-402F-A498-000E2CB0C37D}" type="presParOf" srcId="{C9DEFA68-30D2-46AC-938F-3857E77ED7FC}" destId="{F1830307-B200-4DB3-BDF6-64834CA5656F}" srcOrd="2" destOrd="0" presId="urn:microsoft.com/office/officeart/2018/2/layout/IconVerticalSolidList"/>
    <dgm:cxn modelId="{C43AE1B1-96A2-415F-BA4B-B1C8991970B4}" type="presParOf" srcId="{C9DEFA68-30D2-46AC-938F-3857E77ED7FC}" destId="{6E392842-47B4-4AFD-89D3-AC64B99B1DEA}" srcOrd="3" destOrd="0" presId="urn:microsoft.com/office/officeart/2018/2/layout/IconVerticalSolidList"/>
    <dgm:cxn modelId="{BDFE2A76-D6AF-4A6C-BCC6-C120DB917ECF}" type="presParOf" srcId="{EAD8295B-43A6-420A-80C3-E1A1009A3945}" destId="{DD0FD503-4603-4FD1-9366-34F539944B53}" srcOrd="5" destOrd="0" presId="urn:microsoft.com/office/officeart/2018/2/layout/IconVerticalSolidList"/>
    <dgm:cxn modelId="{729973CD-312D-491F-B8E1-72A594569F7B}" type="presParOf" srcId="{EAD8295B-43A6-420A-80C3-E1A1009A3945}" destId="{4792A715-69F9-4D1A-92EA-1507AEC87231}" srcOrd="6" destOrd="0" presId="urn:microsoft.com/office/officeart/2018/2/layout/IconVerticalSolidList"/>
    <dgm:cxn modelId="{F6E73A64-05F9-47C6-AAEA-4917A9BA8180}" type="presParOf" srcId="{4792A715-69F9-4D1A-92EA-1507AEC87231}" destId="{A2BE88B3-3AB6-4D81-8D4E-7BE18DE33FE7}" srcOrd="0" destOrd="0" presId="urn:microsoft.com/office/officeart/2018/2/layout/IconVerticalSolidList"/>
    <dgm:cxn modelId="{BF9DBC26-DB35-4487-A8DB-883BF8E00E57}" type="presParOf" srcId="{4792A715-69F9-4D1A-92EA-1507AEC87231}" destId="{2B1D3DF7-54D0-4FB5-9E63-38415E8B32ED}" srcOrd="1" destOrd="0" presId="urn:microsoft.com/office/officeart/2018/2/layout/IconVerticalSolidList"/>
    <dgm:cxn modelId="{222D7491-638D-4058-BA5A-4C960C0A372B}" type="presParOf" srcId="{4792A715-69F9-4D1A-92EA-1507AEC87231}" destId="{7DFE418A-841F-4B71-A4B7-B4CE7E5F0043}" srcOrd="2" destOrd="0" presId="urn:microsoft.com/office/officeart/2018/2/layout/IconVerticalSolidList"/>
    <dgm:cxn modelId="{214B62C6-A2C4-4683-9830-217085BE5C39}" type="presParOf" srcId="{4792A715-69F9-4D1A-92EA-1507AEC87231}" destId="{970D144B-5172-4D3D-9792-8E357BE36D9D}" srcOrd="3" destOrd="0" presId="urn:microsoft.com/office/officeart/2018/2/layout/IconVerticalSolidList"/>
    <dgm:cxn modelId="{AAD1E057-8696-4616-91EF-18AD178BC287}" type="presParOf" srcId="{EAD8295B-43A6-420A-80C3-E1A1009A3945}" destId="{55EB1D79-55A2-4D25-9F92-7D4779CC7422}" srcOrd="7" destOrd="0" presId="urn:microsoft.com/office/officeart/2018/2/layout/IconVerticalSolidList"/>
    <dgm:cxn modelId="{D719D362-DDF4-471C-82D8-0C69D2A861FC}" type="presParOf" srcId="{EAD8295B-43A6-420A-80C3-E1A1009A3945}" destId="{FC6B3C4B-F555-4204-97F1-D427EE449D5E}" srcOrd="8" destOrd="0" presId="urn:microsoft.com/office/officeart/2018/2/layout/IconVerticalSolidList"/>
    <dgm:cxn modelId="{54B34D93-2DD8-4B1E-B5E7-A058437AEE03}" type="presParOf" srcId="{FC6B3C4B-F555-4204-97F1-D427EE449D5E}" destId="{95D4FAA4-C264-49C5-8361-F457F227718D}" srcOrd="0" destOrd="0" presId="urn:microsoft.com/office/officeart/2018/2/layout/IconVerticalSolidList"/>
    <dgm:cxn modelId="{71E81229-375A-4C47-8CCA-8101696139ED}" type="presParOf" srcId="{FC6B3C4B-F555-4204-97F1-D427EE449D5E}" destId="{91F4914A-33A1-45DB-A36D-99256A57FA88}" srcOrd="1" destOrd="0" presId="urn:microsoft.com/office/officeart/2018/2/layout/IconVerticalSolidList"/>
    <dgm:cxn modelId="{194333F1-6B8B-4A3A-A602-B8F20DCC962D}" type="presParOf" srcId="{FC6B3C4B-F555-4204-97F1-D427EE449D5E}" destId="{966053B1-D976-4D09-A9BA-9019BB7C4921}" srcOrd="2" destOrd="0" presId="urn:microsoft.com/office/officeart/2018/2/layout/IconVerticalSolidList"/>
    <dgm:cxn modelId="{6BC11338-6EC5-40B5-B63D-C40510B43F44}" type="presParOf" srcId="{FC6B3C4B-F555-4204-97F1-D427EE449D5E}" destId="{7FE80892-CDFD-4E2D-A347-0785C93392E7}" srcOrd="3" destOrd="0" presId="urn:microsoft.com/office/officeart/2018/2/layout/IconVerticalSolidList"/>
    <dgm:cxn modelId="{D8584248-A283-4F04-858F-9DF32C6E3356}" type="presParOf" srcId="{EAD8295B-43A6-420A-80C3-E1A1009A3945}" destId="{7B89E897-D95A-4287-9726-6A54C0A19ACF}" srcOrd="9" destOrd="0" presId="urn:microsoft.com/office/officeart/2018/2/layout/IconVerticalSolidList"/>
    <dgm:cxn modelId="{F703D488-25C6-4F5B-B799-BC4F79717788}" type="presParOf" srcId="{EAD8295B-43A6-420A-80C3-E1A1009A3945}" destId="{7CE5D5AF-E4FB-4919-BB14-85D10D8F3E4C}" srcOrd="10" destOrd="0" presId="urn:microsoft.com/office/officeart/2018/2/layout/IconVerticalSolidList"/>
    <dgm:cxn modelId="{89AEDC06-0B4E-4438-B1A3-F73E8FA31EA7}" type="presParOf" srcId="{7CE5D5AF-E4FB-4919-BB14-85D10D8F3E4C}" destId="{F874068D-821D-47B5-AC18-833A3BE71651}" srcOrd="0" destOrd="0" presId="urn:microsoft.com/office/officeart/2018/2/layout/IconVerticalSolidList"/>
    <dgm:cxn modelId="{0E6975BA-5185-4B3C-AE27-597E71E3830E}" type="presParOf" srcId="{7CE5D5AF-E4FB-4919-BB14-85D10D8F3E4C}" destId="{FFD82E18-2D0B-4298-AC71-1555BA195CCB}" srcOrd="1" destOrd="0" presId="urn:microsoft.com/office/officeart/2018/2/layout/IconVerticalSolidList"/>
    <dgm:cxn modelId="{9960D72D-F323-4325-BAF4-1D9EC4766655}" type="presParOf" srcId="{7CE5D5AF-E4FB-4919-BB14-85D10D8F3E4C}" destId="{8FAD7C11-B315-4E69-A2D6-6D1A7D5DF205}" srcOrd="2" destOrd="0" presId="urn:microsoft.com/office/officeart/2018/2/layout/IconVerticalSolidList"/>
    <dgm:cxn modelId="{A8C6B5C9-532C-4842-BE17-6091FCDC67A6}" type="presParOf" srcId="{7CE5D5AF-E4FB-4919-BB14-85D10D8F3E4C}" destId="{5ECF20D5-FB90-49BC-9479-A5F79E16716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E4A6DFA-B242-4E66-AD27-8B3CC9565729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643315A-9830-42FE-BED6-F1CA2C7635EA}">
      <dgm:prSet/>
      <dgm:spPr/>
      <dgm:t>
        <a:bodyPr/>
        <a:lstStyle/>
        <a:p>
          <a:r>
            <a:rPr lang="en-US" b="0" i="0" baseline="0"/>
            <a:t>This is the "classic" algorithm. It's the most common compression in the world, used by:</a:t>
          </a:r>
          <a:endParaRPr lang="en-US"/>
        </a:p>
      </dgm:t>
    </dgm:pt>
    <dgm:pt modelId="{1A0FCACB-3991-45FD-B228-E20D4AF17DF0}" type="parTrans" cxnId="{95AF1768-3E61-4264-9E15-1CB959BA496F}">
      <dgm:prSet/>
      <dgm:spPr/>
      <dgm:t>
        <a:bodyPr/>
        <a:lstStyle/>
        <a:p>
          <a:endParaRPr lang="en-US"/>
        </a:p>
      </dgm:t>
    </dgm:pt>
    <dgm:pt modelId="{1ACC62A5-7E49-43B7-BFCB-313EF82C98BE}" type="sibTrans" cxnId="{95AF1768-3E61-4264-9E15-1CB959BA496F}">
      <dgm:prSet/>
      <dgm:spPr/>
      <dgm:t>
        <a:bodyPr/>
        <a:lstStyle/>
        <a:p>
          <a:endParaRPr lang="en-US"/>
        </a:p>
      </dgm:t>
    </dgm:pt>
    <dgm:pt modelId="{24844C81-001D-4D88-A916-25F90E2FF221}">
      <dgm:prSet/>
      <dgm:spPr/>
      <dgm:t>
        <a:bodyPr/>
        <a:lstStyle/>
        <a:p>
          <a:r>
            <a:rPr lang="en-US" b="0" i="0" baseline="0"/>
            <a:t>.zip files</a:t>
          </a:r>
          <a:endParaRPr lang="en-US"/>
        </a:p>
      </dgm:t>
    </dgm:pt>
    <dgm:pt modelId="{07169F80-5208-49D3-BCA0-6AA849A21F38}" type="parTrans" cxnId="{9E31A240-3D1F-4413-B8F4-1BF1ACD3C0F6}">
      <dgm:prSet/>
      <dgm:spPr/>
      <dgm:t>
        <a:bodyPr/>
        <a:lstStyle/>
        <a:p>
          <a:endParaRPr lang="en-US"/>
        </a:p>
      </dgm:t>
    </dgm:pt>
    <dgm:pt modelId="{1D1C22DB-47B3-4DB0-BF85-9261471209E6}" type="sibTrans" cxnId="{9E31A240-3D1F-4413-B8F4-1BF1ACD3C0F6}">
      <dgm:prSet/>
      <dgm:spPr/>
      <dgm:t>
        <a:bodyPr/>
        <a:lstStyle/>
        <a:p>
          <a:endParaRPr lang="en-US"/>
        </a:p>
      </dgm:t>
    </dgm:pt>
    <dgm:pt modelId="{29E5509D-F24A-4152-9B3A-446A201E7A7A}">
      <dgm:prSet/>
      <dgm:spPr/>
      <dgm:t>
        <a:bodyPr/>
        <a:lstStyle/>
        <a:p>
          <a:r>
            <a:rPr lang="en-US" b="0" i="0" baseline="0"/>
            <a:t>gzip (.gz) files</a:t>
          </a:r>
          <a:endParaRPr lang="en-US"/>
        </a:p>
      </dgm:t>
    </dgm:pt>
    <dgm:pt modelId="{FAFDA214-B625-46D2-8EBE-66F65B20228C}" type="parTrans" cxnId="{F0A0BD6C-0E5F-4B9A-A015-153719A90DA3}">
      <dgm:prSet/>
      <dgm:spPr/>
      <dgm:t>
        <a:bodyPr/>
        <a:lstStyle/>
        <a:p>
          <a:endParaRPr lang="en-US"/>
        </a:p>
      </dgm:t>
    </dgm:pt>
    <dgm:pt modelId="{AE94B976-BDC3-4CE1-8332-596B8AFB56A9}" type="sibTrans" cxnId="{F0A0BD6C-0E5F-4B9A-A015-153719A90DA3}">
      <dgm:prSet/>
      <dgm:spPr/>
      <dgm:t>
        <a:bodyPr/>
        <a:lstStyle/>
        <a:p>
          <a:endParaRPr lang="en-US"/>
        </a:p>
      </dgm:t>
    </dgm:pt>
    <dgm:pt modelId="{A456DAE5-3058-4292-A70F-7845660C7EB7}">
      <dgm:prSet/>
      <dgm:spPr/>
      <dgm:t>
        <a:bodyPr/>
        <a:lstStyle/>
        <a:p>
          <a:r>
            <a:rPr lang="en-US" b="0" i="0" baseline="0"/>
            <a:t>PNG images</a:t>
          </a:r>
          <a:endParaRPr lang="en-US"/>
        </a:p>
      </dgm:t>
    </dgm:pt>
    <dgm:pt modelId="{ABE2E8B1-BD31-4CE3-9446-71BE1840E4EC}" type="parTrans" cxnId="{051F2456-EA75-4689-B8A3-7215EC581039}">
      <dgm:prSet/>
      <dgm:spPr/>
      <dgm:t>
        <a:bodyPr/>
        <a:lstStyle/>
        <a:p>
          <a:endParaRPr lang="en-US"/>
        </a:p>
      </dgm:t>
    </dgm:pt>
    <dgm:pt modelId="{547AEFEF-A50F-4D69-ABDB-1DB4CB85B5B6}" type="sibTrans" cxnId="{051F2456-EA75-4689-B8A3-7215EC581039}">
      <dgm:prSet/>
      <dgm:spPr/>
      <dgm:t>
        <a:bodyPr/>
        <a:lstStyle/>
        <a:p>
          <a:endParaRPr lang="en-US"/>
        </a:p>
      </dgm:t>
    </dgm:pt>
    <dgm:pt modelId="{80AEAE47-AB0D-4B0C-918F-C17F25AA6848}">
      <dgm:prSet/>
      <dgm:spPr/>
      <dgm:t>
        <a:bodyPr/>
        <a:lstStyle/>
        <a:p>
          <a:r>
            <a:rPr lang="en-US" b="1" i="0" baseline="0"/>
            <a:t>Its Main Goal:</a:t>
          </a:r>
          <a:r>
            <a:rPr lang="en-US" b="0" i="0" baseline="0"/>
            <a:t> </a:t>
          </a:r>
          <a:r>
            <a:rPr lang="en-US" b="1" i="0" baseline="0"/>
            <a:t>Maximum Compression Ratio</a:t>
          </a:r>
          <a:r>
            <a:rPr lang="en-US" b="0" i="0" baseline="0"/>
            <a:t>. It was designed to make files as absolutely small as possible.</a:t>
          </a:r>
          <a:endParaRPr lang="en-US"/>
        </a:p>
      </dgm:t>
    </dgm:pt>
    <dgm:pt modelId="{D5A849AF-4D75-4E0F-903E-8ABEDAE43D9F}" type="parTrans" cxnId="{41D03BC0-1FF0-4EF4-AA71-F700154BF198}">
      <dgm:prSet/>
      <dgm:spPr/>
      <dgm:t>
        <a:bodyPr/>
        <a:lstStyle/>
        <a:p>
          <a:endParaRPr lang="en-US"/>
        </a:p>
      </dgm:t>
    </dgm:pt>
    <dgm:pt modelId="{22149EE4-E759-41F5-BF5A-21E5E212FE55}" type="sibTrans" cxnId="{41D03BC0-1FF0-4EF4-AA71-F700154BF198}">
      <dgm:prSet/>
      <dgm:spPr/>
      <dgm:t>
        <a:bodyPr/>
        <a:lstStyle/>
        <a:p>
          <a:endParaRPr lang="en-US"/>
        </a:p>
      </dgm:t>
    </dgm:pt>
    <dgm:pt modelId="{E802AAC8-F650-46CE-BB3C-3482A3F4ADD2}">
      <dgm:prSet/>
      <dgm:spPr/>
      <dgm:t>
        <a:bodyPr/>
        <a:lstStyle/>
        <a:p>
          <a:r>
            <a:rPr lang="en-US" b="0" i="0" baseline="0"/>
            <a:t>It is the algorithm we are using as our baseline for comparison.</a:t>
          </a:r>
          <a:endParaRPr lang="en-US"/>
        </a:p>
      </dgm:t>
    </dgm:pt>
    <dgm:pt modelId="{F2FE1601-0F8E-4455-89F0-DD0FF4CA1045}" type="parTrans" cxnId="{D4BF730F-AF5E-47C7-A175-2550ADEB0295}">
      <dgm:prSet/>
      <dgm:spPr/>
      <dgm:t>
        <a:bodyPr/>
        <a:lstStyle/>
        <a:p>
          <a:endParaRPr lang="en-US"/>
        </a:p>
      </dgm:t>
    </dgm:pt>
    <dgm:pt modelId="{AA85AAB3-6AAB-492F-92A0-E35C0971F47C}" type="sibTrans" cxnId="{D4BF730F-AF5E-47C7-A175-2550ADEB0295}">
      <dgm:prSet/>
      <dgm:spPr/>
      <dgm:t>
        <a:bodyPr/>
        <a:lstStyle/>
        <a:p>
          <a:endParaRPr lang="en-US"/>
        </a:p>
      </dgm:t>
    </dgm:pt>
    <dgm:pt modelId="{0BB5CC8A-59E2-184F-9866-9095768B4938}" type="pres">
      <dgm:prSet presAssocID="{5E4A6DFA-B242-4E66-AD27-8B3CC9565729}" presName="linear" presStyleCnt="0">
        <dgm:presLayoutVars>
          <dgm:animLvl val="lvl"/>
          <dgm:resizeHandles val="exact"/>
        </dgm:presLayoutVars>
      </dgm:prSet>
      <dgm:spPr/>
    </dgm:pt>
    <dgm:pt modelId="{DF368BE4-0C62-C240-82BA-2EEADEFBC40E}" type="pres">
      <dgm:prSet presAssocID="{7643315A-9830-42FE-BED6-F1CA2C7635EA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49B45460-D29D-B94D-8D63-52816E464544}" type="pres">
      <dgm:prSet presAssocID="{1ACC62A5-7E49-43B7-BFCB-313EF82C98BE}" presName="spacer" presStyleCnt="0"/>
      <dgm:spPr/>
    </dgm:pt>
    <dgm:pt modelId="{7DEC65EE-B33C-FB4A-90F0-1D4B5820130C}" type="pres">
      <dgm:prSet presAssocID="{24844C81-001D-4D88-A916-25F90E2FF221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A644CCA2-C0D7-554A-9ED1-7B03F9710814}" type="pres">
      <dgm:prSet presAssocID="{1D1C22DB-47B3-4DB0-BF85-9261471209E6}" presName="spacer" presStyleCnt="0"/>
      <dgm:spPr/>
    </dgm:pt>
    <dgm:pt modelId="{515B2540-8C26-2943-8DDD-AF566B2300AA}" type="pres">
      <dgm:prSet presAssocID="{29E5509D-F24A-4152-9B3A-446A201E7A7A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15BB0574-BAB9-CD4C-9E6A-908119C0D8FF}" type="pres">
      <dgm:prSet presAssocID="{AE94B976-BDC3-4CE1-8332-596B8AFB56A9}" presName="spacer" presStyleCnt="0"/>
      <dgm:spPr/>
    </dgm:pt>
    <dgm:pt modelId="{404BE731-DCBC-6843-957B-991651F3731A}" type="pres">
      <dgm:prSet presAssocID="{A456DAE5-3058-4292-A70F-7845660C7EB7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F2282261-9E71-ED4F-B561-7DFACC341604}" type="pres">
      <dgm:prSet presAssocID="{547AEFEF-A50F-4D69-ABDB-1DB4CB85B5B6}" presName="spacer" presStyleCnt="0"/>
      <dgm:spPr/>
    </dgm:pt>
    <dgm:pt modelId="{E2830385-3EB6-3140-A265-B1B518F63B50}" type="pres">
      <dgm:prSet presAssocID="{80AEAE47-AB0D-4B0C-918F-C17F25AA6848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45C975F1-106F-2744-A0DF-03AD3E281CAC}" type="pres">
      <dgm:prSet presAssocID="{22149EE4-E759-41F5-BF5A-21E5E212FE55}" presName="spacer" presStyleCnt="0"/>
      <dgm:spPr/>
    </dgm:pt>
    <dgm:pt modelId="{D3E9E696-2E5C-0640-A220-FE9E2A1FACAD}" type="pres">
      <dgm:prSet presAssocID="{E802AAC8-F650-46CE-BB3C-3482A3F4ADD2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D4BF730F-AF5E-47C7-A175-2550ADEB0295}" srcId="{5E4A6DFA-B242-4E66-AD27-8B3CC9565729}" destId="{E802AAC8-F650-46CE-BB3C-3482A3F4ADD2}" srcOrd="5" destOrd="0" parTransId="{F2FE1601-0F8E-4455-89F0-DD0FF4CA1045}" sibTransId="{AA85AAB3-6AAB-492F-92A0-E35C0971F47C}"/>
    <dgm:cxn modelId="{2B763D1F-B0D3-F245-9D0D-529AA404CB60}" type="presOf" srcId="{29E5509D-F24A-4152-9B3A-446A201E7A7A}" destId="{515B2540-8C26-2943-8DDD-AF566B2300AA}" srcOrd="0" destOrd="0" presId="urn:microsoft.com/office/officeart/2005/8/layout/vList2"/>
    <dgm:cxn modelId="{9E31A240-3D1F-4413-B8F4-1BF1ACD3C0F6}" srcId="{5E4A6DFA-B242-4E66-AD27-8B3CC9565729}" destId="{24844C81-001D-4D88-A916-25F90E2FF221}" srcOrd="1" destOrd="0" parTransId="{07169F80-5208-49D3-BCA0-6AA849A21F38}" sibTransId="{1D1C22DB-47B3-4DB0-BF85-9261471209E6}"/>
    <dgm:cxn modelId="{A2622B41-F4C0-7F4A-BBB6-F3E5C6718F5F}" type="presOf" srcId="{7643315A-9830-42FE-BED6-F1CA2C7635EA}" destId="{DF368BE4-0C62-C240-82BA-2EEADEFBC40E}" srcOrd="0" destOrd="0" presId="urn:microsoft.com/office/officeart/2005/8/layout/vList2"/>
    <dgm:cxn modelId="{60415B47-2D16-664D-BCF9-474006CF378B}" type="presOf" srcId="{24844C81-001D-4D88-A916-25F90E2FF221}" destId="{7DEC65EE-B33C-FB4A-90F0-1D4B5820130C}" srcOrd="0" destOrd="0" presId="urn:microsoft.com/office/officeart/2005/8/layout/vList2"/>
    <dgm:cxn modelId="{051F2456-EA75-4689-B8A3-7215EC581039}" srcId="{5E4A6DFA-B242-4E66-AD27-8B3CC9565729}" destId="{A456DAE5-3058-4292-A70F-7845660C7EB7}" srcOrd="3" destOrd="0" parTransId="{ABE2E8B1-BD31-4CE3-9446-71BE1840E4EC}" sibTransId="{547AEFEF-A50F-4D69-ABDB-1DB4CB85B5B6}"/>
    <dgm:cxn modelId="{95AF1768-3E61-4264-9E15-1CB959BA496F}" srcId="{5E4A6DFA-B242-4E66-AD27-8B3CC9565729}" destId="{7643315A-9830-42FE-BED6-F1CA2C7635EA}" srcOrd="0" destOrd="0" parTransId="{1A0FCACB-3991-45FD-B228-E20D4AF17DF0}" sibTransId="{1ACC62A5-7E49-43B7-BFCB-313EF82C98BE}"/>
    <dgm:cxn modelId="{F0A0BD6C-0E5F-4B9A-A015-153719A90DA3}" srcId="{5E4A6DFA-B242-4E66-AD27-8B3CC9565729}" destId="{29E5509D-F24A-4152-9B3A-446A201E7A7A}" srcOrd="2" destOrd="0" parTransId="{FAFDA214-B625-46D2-8EBE-66F65B20228C}" sibTransId="{AE94B976-BDC3-4CE1-8332-596B8AFB56A9}"/>
    <dgm:cxn modelId="{C8AD15B5-295B-6349-8873-792E51EDFBF5}" type="presOf" srcId="{E802AAC8-F650-46CE-BB3C-3482A3F4ADD2}" destId="{D3E9E696-2E5C-0640-A220-FE9E2A1FACAD}" srcOrd="0" destOrd="0" presId="urn:microsoft.com/office/officeart/2005/8/layout/vList2"/>
    <dgm:cxn modelId="{41D03BC0-1FF0-4EF4-AA71-F700154BF198}" srcId="{5E4A6DFA-B242-4E66-AD27-8B3CC9565729}" destId="{80AEAE47-AB0D-4B0C-918F-C17F25AA6848}" srcOrd="4" destOrd="0" parTransId="{D5A849AF-4D75-4E0F-903E-8ABEDAE43D9F}" sibTransId="{22149EE4-E759-41F5-BF5A-21E5E212FE55}"/>
    <dgm:cxn modelId="{567277EB-30E0-8748-8EEA-17BEB381A372}" type="presOf" srcId="{5E4A6DFA-B242-4E66-AD27-8B3CC9565729}" destId="{0BB5CC8A-59E2-184F-9866-9095768B4938}" srcOrd="0" destOrd="0" presId="urn:microsoft.com/office/officeart/2005/8/layout/vList2"/>
    <dgm:cxn modelId="{160712ED-0AE4-8544-AEB1-9AFA1DA755CA}" type="presOf" srcId="{80AEAE47-AB0D-4B0C-918F-C17F25AA6848}" destId="{E2830385-3EB6-3140-A265-B1B518F63B50}" srcOrd="0" destOrd="0" presId="urn:microsoft.com/office/officeart/2005/8/layout/vList2"/>
    <dgm:cxn modelId="{5424B8F0-FF16-AC49-97B7-84EA09589DEC}" type="presOf" srcId="{A456DAE5-3058-4292-A70F-7845660C7EB7}" destId="{404BE731-DCBC-6843-957B-991651F3731A}" srcOrd="0" destOrd="0" presId="urn:microsoft.com/office/officeart/2005/8/layout/vList2"/>
    <dgm:cxn modelId="{CA08F9AA-C6A4-2849-AB5E-F586461BDC5B}" type="presParOf" srcId="{0BB5CC8A-59E2-184F-9866-9095768B4938}" destId="{DF368BE4-0C62-C240-82BA-2EEADEFBC40E}" srcOrd="0" destOrd="0" presId="urn:microsoft.com/office/officeart/2005/8/layout/vList2"/>
    <dgm:cxn modelId="{E988B53D-0F1A-1A48-A43E-2F0F076EB001}" type="presParOf" srcId="{0BB5CC8A-59E2-184F-9866-9095768B4938}" destId="{49B45460-D29D-B94D-8D63-52816E464544}" srcOrd="1" destOrd="0" presId="urn:microsoft.com/office/officeart/2005/8/layout/vList2"/>
    <dgm:cxn modelId="{70D3224A-9FD4-F94C-8587-FB68520CF8A9}" type="presParOf" srcId="{0BB5CC8A-59E2-184F-9866-9095768B4938}" destId="{7DEC65EE-B33C-FB4A-90F0-1D4B5820130C}" srcOrd="2" destOrd="0" presId="urn:microsoft.com/office/officeart/2005/8/layout/vList2"/>
    <dgm:cxn modelId="{349D9C4C-F110-2748-9DF5-8A5461B80670}" type="presParOf" srcId="{0BB5CC8A-59E2-184F-9866-9095768B4938}" destId="{A644CCA2-C0D7-554A-9ED1-7B03F9710814}" srcOrd="3" destOrd="0" presId="urn:microsoft.com/office/officeart/2005/8/layout/vList2"/>
    <dgm:cxn modelId="{0AB920D6-975C-E945-9DC7-A8AA9BA4C283}" type="presParOf" srcId="{0BB5CC8A-59E2-184F-9866-9095768B4938}" destId="{515B2540-8C26-2943-8DDD-AF566B2300AA}" srcOrd="4" destOrd="0" presId="urn:microsoft.com/office/officeart/2005/8/layout/vList2"/>
    <dgm:cxn modelId="{1F58A01B-3ED5-DD47-B644-927515A22A27}" type="presParOf" srcId="{0BB5CC8A-59E2-184F-9866-9095768B4938}" destId="{15BB0574-BAB9-CD4C-9E6A-908119C0D8FF}" srcOrd="5" destOrd="0" presId="urn:microsoft.com/office/officeart/2005/8/layout/vList2"/>
    <dgm:cxn modelId="{CB010E84-19A4-CC4D-89E6-847E34B8D668}" type="presParOf" srcId="{0BB5CC8A-59E2-184F-9866-9095768B4938}" destId="{404BE731-DCBC-6843-957B-991651F3731A}" srcOrd="6" destOrd="0" presId="urn:microsoft.com/office/officeart/2005/8/layout/vList2"/>
    <dgm:cxn modelId="{7A2041BC-1CDE-9D44-82C3-1C1ECBFA27E7}" type="presParOf" srcId="{0BB5CC8A-59E2-184F-9866-9095768B4938}" destId="{F2282261-9E71-ED4F-B561-7DFACC341604}" srcOrd="7" destOrd="0" presId="urn:microsoft.com/office/officeart/2005/8/layout/vList2"/>
    <dgm:cxn modelId="{6A25D842-1FB1-004C-B876-349EC8022CB8}" type="presParOf" srcId="{0BB5CC8A-59E2-184F-9866-9095768B4938}" destId="{E2830385-3EB6-3140-A265-B1B518F63B50}" srcOrd="8" destOrd="0" presId="urn:microsoft.com/office/officeart/2005/8/layout/vList2"/>
    <dgm:cxn modelId="{C9E73444-0F9B-6B40-B7B8-453D5FEC48AF}" type="presParOf" srcId="{0BB5CC8A-59E2-184F-9866-9095768B4938}" destId="{45C975F1-106F-2744-A0DF-03AD3E281CAC}" srcOrd="9" destOrd="0" presId="urn:microsoft.com/office/officeart/2005/8/layout/vList2"/>
    <dgm:cxn modelId="{D5DCBE5A-A9CD-844E-AF7B-1744C58C5326}" type="presParOf" srcId="{0BB5CC8A-59E2-184F-9866-9095768B4938}" destId="{D3E9E696-2E5C-0640-A220-FE9E2A1FACAD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620EB75-64B8-4D93-B317-3F66D2034205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40DCBAF-2BC0-4726-851E-66FD43D78835}">
      <dgm:prSet/>
      <dgm:spPr/>
      <dgm:t>
        <a:bodyPr/>
        <a:lstStyle/>
        <a:p>
          <a:r>
            <a:rPr lang="en-US"/>
            <a:t>Find</a:t>
          </a:r>
        </a:p>
      </dgm:t>
    </dgm:pt>
    <dgm:pt modelId="{21E85396-4357-43B1-A858-5BD6B0AD46CC}" type="parTrans" cxnId="{336DB30F-F95A-465C-9FE3-C03EC2E20996}">
      <dgm:prSet/>
      <dgm:spPr/>
      <dgm:t>
        <a:bodyPr/>
        <a:lstStyle/>
        <a:p>
          <a:endParaRPr lang="en-US"/>
        </a:p>
      </dgm:t>
    </dgm:pt>
    <dgm:pt modelId="{7F8EBBB4-AEBD-48CE-B337-52DEFA00A9C3}" type="sibTrans" cxnId="{336DB30F-F95A-465C-9FE3-C03EC2E20996}">
      <dgm:prSet/>
      <dgm:spPr/>
      <dgm:t>
        <a:bodyPr/>
        <a:lstStyle/>
        <a:p>
          <a:endParaRPr lang="en-US"/>
        </a:p>
      </dgm:t>
    </dgm:pt>
    <dgm:pt modelId="{96EF7F84-6157-430A-A7E8-116593511829}">
      <dgm:prSet/>
      <dgm:spPr/>
      <dgm:t>
        <a:bodyPr/>
        <a:lstStyle/>
        <a:p>
          <a:r>
            <a:rPr lang="en-US"/>
            <a:t>Find Repeats (LZ77)</a:t>
          </a:r>
        </a:p>
      </dgm:t>
    </dgm:pt>
    <dgm:pt modelId="{5FFFDAB2-0DAE-4069-AD2F-AC2698D1164B}" type="parTrans" cxnId="{425C7095-EE9A-48AE-BAC9-ABCE43C2C76C}">
      <dgm:prSet/>
      <dgm:spPr/>
      <dgm:t>
        <a:bodyPr/>
        <a:lstStyle/>
        <a:p>
          <a:endParaRPr lang="en-US"/>
        </a:p>
      </dgm:t>
    </dgm:pt>
    <dgm:pt modelId="{0CCBFD15-3BF9-4214-92A5-40DEE723E6E6}" type="sibTrans" cxnId="{425C7095-EE9A-48AE-BAC9-ABCE43C2C76C}">
      <dgm:prSet/>
      <dgm:spPr/>
      <dgm:t>
        <a:bodyPr/>
        <a:lstStyle/>
        <a:p>
          <a:endParaRPr lang="en-US"/>
        </a:p>
      </dgm:t>
    </dgm:pt>
    <dgm:pt modelId="{C9AA55BA-4B24-409E-A6AB-E085509DB788}">
      <dgm:prSet/>
      <dgm:spPr/>
      <dgm:t>
        <a:bodyPr/>
        <a:lstStyle/>
        <a:p>
          <a:r>
            <a:rPr lang="en-US"/>
            <a:t>It scans the data and finds duplicate strings (e.g., "customer_email").</a:t>
          </a:r>
        </a:p>
      </dgm:t>
    </dgm:pt>
    <dgm:pt modelId="{02DDC69C-CF55-4298-9589-D718F1486C39}" type="parTrans" cxnId="{2327352D-9890-443D-B8C8-4DFF2B96662B}">
      <dgm:prSet/>
      <dgm:spPr/>
      <dgm:t>
        <a:bodyPr/>
        <a:lstStyle/>
        <a:p>
          <a:endParaRPr lang="en-US"/>
        </a:p>
      </dgm:t>
    </dgm:pt>
    <dgm:pt modelId="{4CA0E26A-A370-40CB-A07B-D1B929953646}" type="sibTrans" cxnId="{2327352D-9890-443D-B8C8-4DFF2B96662B}">
      <dgm:prSet/>
      <dgm:spPr/>
      <dgm:t>
        <a:bodyPr/>
        <a:lstStyle/>
        <a:p>
          <a:endParaRPr lang="en-US"/>
        </a:p>
      </dgm:t>
    </dgm:pt>
    <dgm:pt modelId="{570AE170-F154-4772-9CA3-6BCB9F1B5E99}">
      <dgm:prSet/>
      <dgm:spPr/>
      <dgm:t>
        <a:bodyPr/>
        <a:lstStyle/>
        <a:p>
          <a:r>
            <a:rPr lang="en-US"/>
            <a:t>It replaces the second instance with a simple pointer: (Go back 50 bytes, copy 14 bytes).</a:t>
          </a:r>
        </a:p>
      </dgm:t>
    </dgm:pt>
    <dgm:pt modelId="{6A4F957F-9979-44D6-B725-5893503F7026}" type="parTrans" cxnId="{3C866A41-FC5B-4855-BEB0-81294D71B697}">
      <dgm:prSet/>
      <dgm:spPr/>
      <dgm:t>
        <a:bodyPr/>
        <a:lstStyle/>
        <a:p>
          <a:endParaRPr lang="en-US"/>
        </a:p>
      </dgm:t>
    </dgm:pt>
    <dgm:pt modelId="{F2B88ECE-9A3E-44FE-9245-352521D2A3D7}" type="sibTrans" cxnId="{3C866A41-FC5B-4855-BEB0-81294D71B697}">
      <dgm:prSet/>
      <dgm:spPr/>
      <dgm:t>
        <a:bodyPr/>
        <a:lstStyle/>
        <a:p>
          <a:endParaRPr lang="en-US"/>
        </a:p>
      </dgm:t>
    </dgm:pt>
    <dgm:pt modelId="{12CE6870-ACF2-4ED6-83DF-996EECE683BB}">
      <dgm:prSet/>
      <dgm:spPr/>
      <dgm:t>
        <a:bodyPr/>
        <a:lstStyle/>
        <a:p>
          <a:r>
            <a:rPr lang="en-US"/>
            <a:t>Compress</a:t>
          </a:r>
        </a:p>
      </dgm:t>
    </dgm:pt>
    <dgm:pt modelId="{CA81907B-B8FF-44BE-975D-AC1CBA2A4EF1}" type="parTrans" cxnId="{9B3022B6-0F7B-4988-8DB5-898BB6CB89FD}">
      <dgm:prSet/>
      <dgm:spPr/>
      <dgm:t>
        <a:bodyPr/>
        <a:lstStyle/>
        <a:p>
          <a:endParaRPr lang="en-US"/>
        </a:p>
      </dgm:t>
    </dgm:pt>
    <dgm:pt modelId="{0E622BAF-1F46-467E-9CEC-A524476B91A4}" type="sibTrans" cxnId="{9B3022B6-0F7B-4988-8DB5-898BB6CB89FD}">
      <dgm:prSet/>
      <dgm:spPr/>
      <dgm:t>
        <a:bodyPr/>
        <a:lstStyle/>
        <a:p>
          <a:endParaRPr lang="en-US"/>
        </a:p>
      </dgm:t>
    </dgm:pt>
    <dgm:pt modelId="{148702CA-6714-4762-9500-84D8095B57DF}">
      <dgm:prSet/>
      <dgm:spPr/>
      <dgm:t>
        <a:bodyPr/>
        <a:lstStyle/>
        <a:p>
          <a:r>
            <a:rPr lang="en-US"/>
            <a:t>Compress Again (Huffman Coding)</a:t>
          </a:r>
        </a:p>
      </dgm:t>
    </dgm:pt>
    <dgm:pt modelId="{763B3564-B6D1-444B-B503-6D75DB78B6A5}" type="parTrans" cxnId="{62DAFE54-E192-4E18-8436-E9D1BB46053D}">
      <dgm:prSet/>
      <dgm:spPr/>
      <dgm:t>
        <a:bodyPr/>
        <a:lstStyle/>
        <a:p>
          <a:endParaRPr lang="en-US"/>
        </a:p>
      </dgm:t>
    </dgm:pt>
    <dgm:pt modelId="{C7C6B2D0-DFD8-4B28-9791-0936B81C7534}" type="sibTrans" cxnId="{62DAFE54-E192-4E18-8436-E9D1BB46053D}">
      <dgm:prSet/>
      <dgm:spPr/>
      <dgm:t>
        <a:bodyPr/>
        <a:lstStyle/>
        <a:p>
          <a:endParaRPr lang="en-US"/>
        </a:p>
      </dgm:t>
    </dgm:pt>
    <dgm:pt modelId="{7D901F54-A376-4ADC-8F38-39BF81883149}">
      <dgm:prSet/>
      <dgm:spPr/>
      <dgm:t>
        <a:bodyPr/>
        <a:lstStyle/>
        <a:p>
          <a:r>
            <a:rPr lang="en-US"/>
            <a:t>This is the "heavy" part. It analyzes the result from Stage 1.</a:t>
          </a:r>
        </a:p>
      </dgm:t>
    </dgm:pt>
    <dgm:pt modelId="{B59AEDA5-4D5B-4485-8D4B-A5D300F8CBFF}" type="parTrans" cxnId="{76274FFA-2A82-4CB0-8035-7A81B41A07A3}">
      <dgm:prSet/>
      <dgm:spPr/>
      <dgm:t>
        <a:bodyPr/>
        <a:lstStyle/>
        <a:p>
          <a:endParaRPr lang="en-US"/>
        </a:p>
      </dgm:t>
    </dgm:pt>
    <dgm:pt modelId="{9FAB8789-4075-41FF-8683-2CE09FDCA817}" type="sibTrans" cxnId="{76274FFA-2A82-4CB0-8035-7A81B41A07A3}">
      <dgm:prSet/>
      <dgm:spPr/>
      <dgm:t>
        <a:bodyPr/>
        <a:lstStyle/>
        <a:p>
          <a:endParaRPr lang="en-US"/>
        </a:p>
      </dgm:t>
    </dgm:pt>
    <dgm:pt modelId="{2435AE63-F4F8-49B2-92F0-14409E0D5C1E}">
      <dgm:prSet/>
      <dgm:spPr/>
      <dgm:t>
        <a:bodyPr/>
        <a:lstStyle/>
        <a:p>
          <a:r>
            <a:rPr lang="en-US"/>
            <a:t>It counts every character and pointer and builds a custom "shorthand," giving the most common items the shortest bit-codes.</a:t>
          </a:r>
        </a:p>
      </dgm:t>
    </dgm:pt>
    <dgm:pt modelId="{EDE9F9F9-55FC-4196-8E68-C58EACA6EB94}" type="parTrans" cxnId="{68C4F93C-5F01-4973-889C-A34E8C7EEE7B}">
      <dgm:prSet/>
      <dgm:spPr/>
      <dgm:t>
        <a:bodyPr/>
        <a:lstStyle/>
        <a:p>
          <a:endParaRPr lang="en-US"/>
        </a:p>
      </dgm:t>
    </dgm:pt>
    <dgm:pt modelId="{8847F712-E413-42A0-B4A3-6C376ADBD651}" type="sibTrans" cxnId="{68C4F93C-5F01-4973-889C-A34E8C7EEE7B}">
      <dgm:prSet/>
      <dgm:spPr/>
      <dgm:t>
        <a:bodyPr/>
        <a:lstStyle/>
        <a:p>
          <a:endParaRPr lang="en-US"/>
        </a:p>
      </dgm:t>
    </dgm:pt>
    <dgm:pt modelId="{3AACB24E-CFA7-4398-A896-A2F44D7B4825}">
      <dgm:prSet/>
      <dgm:spPr/>
      <dgm:t>
        <a:bodyPr/>
        <a:lstStyle/>
        <a:p>
          <a:r>
            <a:rPr lang="en-US"/>
            <a:t>Result: A bit-stream. This file is incredibly small, but the two-stage process is computationally "heavy" and slow.</a:t>
          </a:r>
        </a:p>
      </dgm:t>
    </dgm:pt>
    <dgm:pt modelId="{25014BBF-5B02-4AAE-B78E-A378C056A04F}" type="parTrans" cxnId="{CBC14B0F-3578-4E7F-B2E3-6690B6322765}">
      <dgm:prSet/>
      <dgm:spPr/>
      <dgm:t>
        <a:bodyPr/>
        <a:lstStyle/>
        <a:p>
          <a:endParaRPr lang="en-US"/>
        </a:p>
      </dgm:t>
    </dgm:pt>
    <dgm:pt modelId="{CBC66616-3654-4838-A3A8-05D6CCD66A5F}" type="sibTrans" cxnId="{CBC14B0F-3578-4E7F-B2E3-6690B6322765}">
      <dgm:prSet/>
      <dgm:spPr/>
      <dgm:t>
        <a:bodyPr/>
        <a:lstStyle/>
        <a:p>
          <a:endParaRPr lang="en-US"/>
        </a:p>
      </dgm:t>
    </dgm:pt>
    <dgm:pt modelId="{3ECFDC2D-6880-724A-8FC1-FC295F1A5880}" type="pres">
      <dgm:prSet presAssocID="{3620EB75-64B8-4D93-B317-3F66D2034205}" presName="Name0" presStyleCnt="0">
        <dgm:presLayoutVars>
          <dgm:dir/>
          <dgm:animLvl val="lvl"/>
          <dgm:resizeHandles val="exact"/>
        </dgm:presLayoutVars>
      </dgm:prSet>
      <dgm:spPr/>
    </dgm:pt>
    <dgm:pt modelId="{E71119BA-226F-BE4A-9759-E8C9ADEB3DFE}" type="pres">
      <dgm:prSet presAssocID="{12CE6870-ACF2-4ED6-83DF-996EECE683BB}" presName="boxAndChildren" presStyleCnt="0"/>
      <dgm:spPr/>
    </dgm:pt>
    <dgm:pt modelId="{17DC060F-6435-4343-8466-F4486097D12E}" type="pres">
      <dgm:prSet presAssocID="{12CE6870-ACF2-4ED6-83DF-996EECE683BB}" presName="parentTextBox" presStyleLbl="alignNode1" presStyleIdx="0" presStyleCnt="2"/>
      <dgm:spPr/>
    </dgm:pt>
    <dgm:pt modelId="{68E121FB-CF0F-4340-9202-CB1A90F696DB}" type="pres">
      <dgm:prSet presAssocID="{12CE6870-ACF2-4ED6-83DF-996EECE683BB}" presName="descendantBox" presStyleLbl="bgAccFollowNode1" presStyleIdx="0" presStyleCnt="2"/>
      <dgm:spPr/>
    </dgm:pt>
    <dgm:pt modelId="{AA81F138-5CFD-7F4A-995D-8B4AB46027DE}" type="pres">
      <dgm:prSet presAssocID="{7F8EBBB4-AEBD-48CE-B337-52DEFA00A9C3}" presName="sp" presStyleCnt="0"/>
      <dgm:spPr/>
    </dgm:pt>
    <dgm:pt modelId="{9A914B4A-D1A2-8D43-84A0-DD3C5B4F2B05}" type="pres">
      <dgm:prSet presAssocID="{340DCBAF-2BC0-4726-851E-66FD43D78835}" presName="arrowAndChildren" presStyleCnt="0"/>
      <dgm:spPr/>
    </dgm:pt>
    <dgm:pt modelId="{2D853F83-4E33-AE47-BA1F-B06C2C088070}" type="pres">
      <dgm:prSet presAssocID="{340DCBAF-2BC0-4726-851E-66FD43D78835}" presName="parentTextArrow" presStyleLbl="node1" presStyleIdx="0" presStyleCnt="0"/>
      <dgm:spPr/>
    </dgm:pt>
    <dgm:pt modelId="{9EBD51C2-A822-8F4E-B8FC-774AACD1304B}" type="pres">
      <dgm:prSet presAssocID="{340DCBAF-2BC0-4726-851E-66FD43D78835}" presName="arrow" presStyleLbl="alignNode1" presStyleIdx="1" presStyleCnt="2"/>
      <dgm:spPr/>
    </dgm:pt>
    <dgm:pt modelId="{D1233630-934C-6A47-9DC4-88C68413F4ED}" type="pres">
      <dgm:prSet presAssocID="{340DCBAF-2BC0-4726-851E-66FD43D78835}" presName="descendantArrow" presStyleLbl="bgAccFollowNode1" presStyleIdx="1" presStyleCnt="2"/>
      <dgm:spPr/>
    </dgm:pt>
  </dgm:ptLst>
  <dgm:cxnLst>
    <dgm:cxn modelId="{2A22070D-1D8D-AF43-B86A-BD83BE7E5EA1}" type="presOf" srcId="{570AE170-F154-4772-9CA3-6BCB9F1B5E99}" destId="{D1233630-934C-6A47-9DC4-88C68413F4ED}" srcOrd="0" destOrd="2" presId="urn:microsoft.com/office/officeart/2016/7/layout/VerticalDownArrowProcess"/>
    <dgm:cxn modelId="{CBC14B0F-3578-4E7F-B2E3-6690B6322765}" srcId="{148702CA-6714-4762-9500-84D8095B57DF}" destId="{3AACB24E-CFA7-4398-A896-A2F44D7B4825}" srcOrd="2" destOrd="0" parTransId="{25014BBF-5B02-4AAE-B78E-A378C056A04F}" sibTransId="{CBC66616-3654-4838-A3A8-05D6CCD66A5F}"/>
    <dgm:cxn modelId="{336DB30F-F95A-465C-9FE3-C03EC2E20996}" srcId="{3620EB75-64B8-4D93-B317-3F66D2034205}" destId="{340DCBAF-2BC0-4726-851E-66FD43D78835}" srcOrd="0" destOrd="0" parTransId="{21E85396-4357-43B1-A858-5BD6B0AD46CC}" sibTransId="{7F8EBBB4-AEBD-48CE-B337-52DEFA00A9C3}"/>
    <dgm:cxn modelId="{FE186E14-66E0-5046-8702-3CB74A12AA74}" type="presOf" srcId="{3AACB24E-CFA7-4398-A896-A2F44D7B4825}" destId="{68E121FB-CF0F-4340-9202-CB1A90F696DB}" srcOrd="0" destOrd="3" presId="urn:microsoft.com/office/officeart/2016/7/layout/VerticalDownArrowProcess"/>
    <dgm:cxn modelId="{2327352D-9890-443D-B8C8-4DFF2B96662B}" srcId="{96EF7F84-6157-430A-A7E8-116593511829}" destId="{C9AA55BA-4B24-409E-A6AB-E085509DB788}" srcOrd="0" destOrd="0" parTransId="{02DDC69C-CF55-4298-9589-D718F1486C39}" sibTransId="{4CA0E26A-A370-40CB-A07B-D1B929953646}"/>
    <dgm:cxn modelId="{19AEC431-B1AE-8248-A471-147034460955}" type="presOf" srcId="{C9AA55BA-4B24-409E-A6AB-E085509DB788}" destId="{D1233630-934C-6A47-9DC4-88C68413F4ED}" srcOrd="0" destOrd="1" presId="urn:microsoft.com/office/officeart/2016/7/layout/VerticalDownArrowProcess"/>
    <dgm:cxn modelId="{68C4F93C-5F01-4973-889C-A34E8C7EEE7B}" srcId="{148702CA-6714-4762-9500-84D8095B57DF}" destId="{2435AE63-F4F8-49B2-92F0-14409E0D5C1E}" srcOrd="1" destOrd="0" parTransId="{EDE9F9F9-55FC-4196-8E68-C58EACA6EB94}" sibTransId="{8847F712-E413-42A0-B4A3-6C376ADBD651}"/>
    <dgm:cxn modelId="{3C866A41-FC5B-4855-BEB0-81294D71B697}" srcId="{96EF7F84-6157-430A-A7E8-116593511829}" destId="{570AE170-F154-4772-9CA3-6BCB9F1B5E99}" srcOrd="1" destOrd="0" parTransId="{6A4F957F-9979-44D6-B725-5893503F7026}" sibTransId="{F2B88ECE-9A3E-44FE-9245-352521D2A3D7}"/>
    <dgm:cxn modelId="{CD1EE54F-7F17-3845-BAEE-E2D6E7901B94}" type="presOf" srcId="{340DCBAF-2BC0-4726-851E-66FD43D78835}" destId="{9EBD51C2-A822-8F4E-B8FC-774AACD1304B}" srcOrd="1" destOrd="0" presId="urn:microsoft.com/office/officeart/2016/7/layout/VerticalDownArrowProcess"/>
    <dgm:cxn modelId="{360E1250-FBC5-2A40-86D3-297B97E30B95}" type="presOf" srcId="{148702CA-6714-4762-9500-84D8095B57DF}" destId="{68E121FB-CF0F-4340-9202-CB1A90F696DB}" srcOrd="0" destOrd="0" presId="urn:microsoft.com/office/officeart/2016/7/layout/VerticalDownArrowProcess"/>
    <dgm:cxn modelId="{62DAFE54-E192-4E18-8436-E9D1BB46053D}" srcId="{12CE6870-ACF2-4ED6-83DF-996EECE683BB}" destId="{148702CA-6714-4762-9500-84D8095B57DF}" srcOrd="0" destOrd="0" parTransId="{763B3564-B6D1-444B-B503-6D75DB78B6A5}" sibTransId="{C7C6B2D0-DFD8-4B28-9791-0936B81C7534}"/>
    <dgm:cxn modelId="{A11CFA61-18FE-9A42-8AC9-EA8AD7B53DF2}" type="presOf" srcId="{2435AE63-F4F8-49B2-92F0-14409E0D5C1E}" destId="{68E121FB-CF0F-4340-9202-CB1A90F696DB}" srcOrd="0" destOrd="2" presId="urn:microsoft.com/office/officeart/2016/7/layout/VerticalDownArrowProcess"/>
    <dgm:cxn modelId="{9675D762-3D99-D048-B67E-5A6E84A1C04C}" type="presOf" srcId="{12CE6870-ACF2-4ED6-83DF-996EECE683BB}" destId="{17DC060F-6435-4343-8466-F4486097D12E}" srcOrd="0" destOrd="0" presId="urn:microsoft.com/office/officeart/2016/7/layout/VerticalDownArrowProcess"/>
    <dgm:cxn modelId="{72AE6E71-19E7-784C-A4BA-5BBF1FFAD2CA}" type="presOf" srcId="{340DCBAF-2BC0-4726-851E-66FD43D78835}" destId="{2D853F83-4E33-AE47-BA1F-B06C2C088070}" srcOrd="0" destOrd="0" presId="urn:microsoft.com/office/officeart/2016/7/layout/VerticalDownArrowProcess"/>
    <dgm:cxn modelId="{425C7095-EE9A-48AE-BAC9-ABCE43C2C76C}" srcId="{340DCBAF-2BC0-4726-851E-66FD43D78835}" destId="{96EF7F84-6157-430A-A7E8-116593511829}" srcOrd="0" destOrd="0" parTransId="{5FFFDAB2-0DAE-4069-AD2F-AC2698D1164B}" sibTransId="{0CCBFD15-3BF9-4214-92A5-40DEE723E6E6}"/>
    <dgm:cxn modelId="{9B3022B6-0F7B-4988-8DB5-898BB6CB89FD}" srcId="{3620EB75-64B8-4D93-B317-3F66D2034205}" destId="{12CE6870-ACF2-4ED6-83DF-996EECE683BB}" srcOrd="1" destOrd="0" parTransId="{CA81907B-B8FF-44BE-975D-AC1CBA2A4EF1}" sibTransId="{0E622BAF-1F46-467E-9CEC-A524476B91A4}"/>
    <dgm:cxn modelId="{6293F0C1-4DD6-7549-80B1-F0981FACF73A}" type="presOf" srcId="{7D901F54-A376-4ADC-8F38-39BF81883149}" destId="{68E121FB-CF0F-4340-9202-CB1A90F696DB}" srcOrd="0" destOrd="1" presId="urn:microsoft.com/office/officeart/2016/7/layout/VerticalDownArrowProcess"/>
    <dgm:cxn modelId="{BBB6EBDF-8343-B249-9BFF-6AFEBB3E761D}" type="presOf" srcId="{96EF7F84-6157-430A-A7E8-116593511829}" destId="{D1233630-934C-6A47-9DC4-88C68413F4ED}" srcOrd="0" destOrd="0" presId="urn:microsoft.com/office/officeart/2016/7/layout/VerticalDownArrowProcess"/>
    <dgm:cxn modelId="{73029CE8-B613-EF49-B412-DB30B3701241}" type="presOf" srcId="{3620EB75-64B8-4D93-B317-3F66D2034205}" destId="{3ECFDC2D-6880-724A-8FC1-FC295F1A5880}" srcOrd="0" destOrd="0" presId="urn:microsoft.com/office/officeart/2016/7/layout/VerticalDownArrowProcess"/>
    <dgm:cxn modelId="{76274FFA-2A82-4CB0-8035-7A81B41A07A3}" srcId="{148702CA-6714-4762-9500-84D8095B57DF}" destId="{7D901F54-A376-4ADC-8F38-39BF81883149}" srcOrd="0" destOrd="0" parTransId="{B59AEDA5-4D5B-4485-8D4B-A5D300F8CBFF}" sibTransId="{9FAB8789-4075-41FF-8683-2CE09FDCA817}"/>
    <dgm:cxn modelId="{35B2FB08-8DB8-7B43-B5BA-B4F4E40F40BA}" type="presParOf" srcId="{3ECFDC2D-6880-724A-8FC1-FC295F1A5880}" destId="{E71119BA-226F-BE4A-9759-E8C9ADEB3DFE}" srcOrd="0" destOrd="0" presId="urn:microsoft.com/office/officeart/2016/7/layout/VerticalDownArrowProcess"/>
    <dgm:cxn modelId="{C3862557-4BCE-2346-8F6C-68EB9F10DAB4}" type="presParOf" srcId="{E71119BA-226F-BE4A-9759-E8C9ADEB3DFE}" destId="{17DC060F-6435-4343-8466-F4486097D12E}" srcOrd="0" destOrd="0" presId="urn:microsoft.com/office/officeart/2016/7/layout/VerticalDownArrowProcess"/>
    <dgm:cxn modelId="{A80BE800-1AD8-E14F-A594-572E41C61052}" type="presParOf" srcId="{E71119BA-226F-BE4A-9759-E8C9ADEB3DFE}" destId="{68E121FB-CF0F-4340-9202-CB1A90F696DB}" srcOrd="1" destOrd="0" presId="urn:microsoft.com/office/officeart/2016/7/layout/VerticalDownArrowProcess"/>
    <dgm:cxn modelId="{9BCD6DDE-21FF-9A4E-9684-306A5F0BD77A}" type="presParOf" srcId="{3ECFDC2D-6880-724A-8FC1-FC295F1A5880}" destId="{AA81F138-5CFD-7F4A-995D-8B4AB46027DE}" srcOrd="1" destOrd="0" presId="urn:microsoft.com/office/officeart/2016/7/layout/VerticalDownArrowProcess"/>
    <dgm:cxn modelId="{A830B5ED-5BC5-F04D-B4EF-93872C91229A}" type="presParOf" srcId="{3ECFDC2D-6880-724A-8FC1-FC295F1A5880}" destId="{9A914B4A-D1A2-8D43-84A0-DD3C5B4F2B05}" srcOrd="2" destOrd="0" presId="urn:microsoft.com/office/officeart/2016/7/layout/VerticalDownArrowProcess"/>
    <dgm:cxn modelId="{13185DB0-EF82-194D-8D60-4CB723D01AE3}" type="presParOf" srcId="{9A914B4A-D1A2-8D43-84A0-DD3C5B4F2B05}" destId="{2D853F83-4E33-AE47-BA1F-B06C2C088070}" srcOrd="0" destOrd="0" presId="urn:microsoft.com/office/officeart/2016/7/layout/VerticalDownArrowProcess"/>
    <dgm:cxn modelId="{DC178FD8-315D-2844-A7AB-5C768D9DDB94}" type="presParOf" srcId="{9A914B4A-D1A2-8D43-84A0-DD3C5B4F2B05}" destId="{9EBD51C2-A822-8F4E-B8FC-774AACD1304B}" srcOrd="1" destOrd="0" presId="urn:microsoft.com/office/officeart/2016/7/layout/VerticalDownArrowProcess"/>
    <dgm:cxn modelId="{23BDF41F-628A-E745-9ECD-194FF8DE8A09}" type="presParOf" srcId="{9A914B4A-D1A2-8D43-84A0-DD3C5B4F2B05}" destId="{D1233630-934C-6A47-9DC4-88C68413F4ED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7A694B8-6405-4640-B6F8-9D552A1E7B4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AA168F2-BDF6-45B4-8358-B4E860FF943E}">
      <dgm:prSet/>
      <dgm:spPr/>
      <dgm:t>
        <a:bodyPr/>
        <a:lstStyle/>
        <a:p>
          <a:r>
            <a:rPr lang="en-US" b="1" i="0" baseline="0"/>
            <a:t>DEFLATE is Slow.</a:t>
          </a:r>
          <a:endParaRPr lang="en-US"/>
        </a:p>
      </dgm:t>
    </dgm:pt>
    <dgm:pt modelId="{383DC7C8-279F-4FC9-A95A-DABC64D873D5}" type="parTrans" cxnId="{94DEF34B-E384-4EDF-BAC7-E974C749E7B5}">
      <dgm:prSet/>
      <dgm:spPr/>
      <dgm:t>
        <a:bodyPr/>
        <a:lstStyle/>
        <a:p>
          <a:endParaRPr lang="en-US"/>
        </a:p>
      </dgm:t>
    </dgm:pt>
    <dgm:pt modelId="{457E5CC4-49D3-4705-B0CE-ED1017D39E48}" type="sibTrans" cxnId="{94DEF34B-E384-4EDF-BAC7-E974C749E7B5}">
      <dgm:prSet/>
      <dgm:spPr/>
      <dgm:t>
        <a:bodyPr/>
        <a:lstStyle/>
        <a:p>
          <a:endParaRPr lang="en-US"/>
        </a:p>
      </dgm:t>
    </dgm:pt>
    <dgm:pt modelId="{B99B90D0-B614-44C0-85CC-F94270194631}">
      <dgm:prSet/>
      <dgm:spPr/>
      <dgm:t>
        <a:bodyPr/>
        <a:lstStyle/>
        <a:p>
          <a:r>
            <a:rPr lang="en-US" b="0" i="0" baseline="0"/>
            <a:t>The Huffman coding stage (Stage 2) requires a lot of CPU power.</a:t>
          </a:r>
          <a:endParaRPr lang="en-US"/>
        </a:p>
      </dgm:t>
    </dgm:pt>
    <dgm:pt modelId="{F47A4D66-103B-4FF3-A81B-42148B41B64D}" type="parTrans" cxnId="{5D871840-F8AA-4DD8-AC58-AC9E27D53564}">
      <dgm:prSet/>
      <dgm:spPr/>
      <dgm:t>
        <a:bodyPr/>
        <a:lstStyle/>
        <a:p>
          <a:endParaRPr lang="en-US"/>
        </a:p>
      </dgm:t>
    </dgm:pt>
    <dgm:pt modelId="{E5C16356-5B66-43E3-A7A7-3D3035DA9E5D}" type="sibTrans" cxnId="{5D871840-F8AA-4DD8-AC58-AC9E27D53564}">
      <dgm:prSet/>
      <dgm:spPr/>
      <dgm:t>
        <a:bodyPr/>
        <a:lstStyle/>
        <a:p>
          <a:endParaRPr lang="en-US"/>
        </a:p>
      </dgm:t>
    </dgm:pt>
    <dgm:pt modelId="{29B62473-A4DD-4914-8EB4-192C03F792B3}">
      <dgm:prSet/>
      <dgm:spPr/>
      <dgm:t>
        <a:bodyPr/>
        <a:lstStyle/>
        <a:p>
          <a:r>
            <a:rPr lang="en-US" b="0" i="0" baseline="0"/>
            <a:t>It's a </a:t>
          </a:r>
          <a:r>
            <a:rPr lang="en-US" b="1" i="0" baseline="0"/>
            <a:t>performance bottleneck</a:t>
          </a:r>
          <a:r>
            <a:rPr lang="en-US" b="0" i="0" baseline="0"/>
            <a:t>. A server can't wait 200 milliseconds to compress a search result for a user.</a:t>
          </a:r>
          <a:endParaRPr lang="en-US"/>
        </a:p>
      </dgm:t>
    </dgm:pt>
    <dgm:pt modelId="{0A58FA00-6778-42AB-9F3C-860DEBA5E944}" type="parTrans" cxnId="{D6DD31D2-3172-4AAF-9AEF-FD712AAAC312}">
      <dgm:prSet/>
      <dgm:spPr/>
      <dgm:t>
        <a:bodyPr/>
        <a:lstStyle/>
        <a:p>
          <a:endParaRPr lang="en-US"/>
        </a:p>
      </dgm:t>
    </dgm:pt>
    <dgm:pt modelId="{20AB7767-9A14-4496-BD2B-F86A8AC6100C}" type="sibTrans" cxnId="{D6DD31D2-3172-4AAF-9AEF-FD712AAAC312}">
      <dgm:prSet/>
      <dgm:spPr/>
      <dgm:t>
        <a:bodyPr/>
        <a:lstStyle/>
        <a:p>
          <a:endParaRPr lang="en-US"/>
        </a:p>
      </dgm:t>
    </dgm:pt>
    <dgm:pt modelId="{4FC49797-2BA4-41D2-8756-36EF0E9AF963}" type="pres">
      <dgm:prSet presAssocID="{77A694B8-6405-4640-B6F8-9D552A1E7B45}" presName="root" presStyleCnt="0">
        <dgm:presLayoutVars>
          <dgm:dir/>
          <dgm:resizeHandles val="exact"/>
        </dgm:presLayoutVars>
      </dgm:prSet>
      <dgm:spPr/>
    </dgm:pt>
    <dgm:pt modelId="{415259DA-F3AD-4490-A23A-3E97AE4D6BBF}" type="pres">
      <dgm:prSet presAssocID="{BAA168F2-BDF6-45B4-8358-B4E860FF943E}" presName="compNode" presStyleCnt="0"/>
      <dgm:spPr/>
    </dgm:pt>
    <dgm:pt modelId="{C8A1CC94-E73F-4EA9-AFB7-C38C58FB905D}" type="pres">
      <dgm:prSet presAssocID="{BAA168F2-BDF6-45B4-8358-B4E860FF943E}" presName="bgRect" presStyleLbl="bgShp" presStyleIdx="0" presStyleCnt="3"/>
      <dgm:spPr/>
    </dgm:pt>
    <dgm:pt modelId="{32AFC036-1DFF-4CA4-B5F4-CDB15776E11D}" type="pres">
      <dgm:prSet presAssocID="{BAA168F2-BDF6-45B4-8358-B4E860FF943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rglass"/>
        </a:ext>
      </dgm:extLst>
    </dgm:pt>
    <dgm:pt modelId="{4519417B-2A79-47A0-8281-F31142345A33}" type="pres">
      <dgm:prSet presAssocID="{BAA168F2-BDF6-45B4-8358-B4E860FF943E}" presName="spaceRect" presStyleCnt="0"/>
      <dgm:spPr/>
    </dgm:pt>
    <dgm:pt modelId="{D268854D-B2B8-477E-9B51-374F5C041545}" type="pres">
      <dgm:prSet presAssocID="{BAA168F2-BDF6-45B4-8358-B4E860FF943E}" presName="parTx" presStyleLbl="revTx" presStyleIdx="0" presStyleCnt="3">
        <dgm:presLayoutVars>
          <dgm:chMax val="0"/>
          <dgm:chPref val="0"/>
        </dgm:presLayoutVars>
      </dgm:prSet>
      <dgm:spPr/>
    </dgm:pt>
    <dgm:pt modelId="{7692D6A8-E0E8-4034-BC49-31EAC699B812}" type="pres">
      <dgm:prSet presAssocID="{457E5CC4-49D3-4705-B0CE-ED1017D39E48}" presName="sibTrans" presStyleCnt="0"/>
      <dgm:spPr/>
    </dgm:pt>
    <dgm:pt modelId="{B9069A49-6EE3-406F-A935-270F7DF9E43B}" type="pres">
      <dgm:prSet presAssocID="{B99B90D0-B614-44C0-85CC-F94270194631}" presName="compNode" presStyleCnt="0"/>
      <dgm:spPr/>
    </dgm:pt>
    <dgm:pt modelId="{F8253D82-30F7-4EFA-B63E-58C3BF00B03D}" type="pres">
      <dgm:prSet presAssocID="{B99B90D0-B614-44C0-85CC-F94270194631}" presName="bgRect" presStyleLbl="bgShp" presStyleIdx="1" presStyleCnt="3"/>
      <dgm:spPr/>
    </dgm:pt>
    <dgm:pt modelId="{FEEEDB1B-D3C1-4919-8B3A-3D1D3EF55E86}" type="pres">
      <dgm:prSet presAssocID="{B99B90D0-B614-44C0-85CC-F9427019463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21D8552C-A7BA-40A2-9652-3CA774B8D02B}" type="pres">
      <dgm:prSet presAssocID="{B99B90D0-B614-44C0-85CC-F94270194631}" presName="spaceRect" presStyleCnt="0"/>
      <dgm:spPr/>
    </dgm:pt>
    <dgm:pt modelId="{B914478F-8E1F-4CBA-B678-A9B19838A921}" type="pres">
      <dgm:prSet presAssocID="{B99B90D0-B614-44C0-85CC-F94270194631}" presName="parTx" presStyleLbl="revTx" presStyleIdx="1" presStyleCnt="3">
        <dgm:presLayoutVars>
          <dgm:chMax val="0"/>
          <dgm:chPref val="0"/>
        </dgm:presLayoutVars>
      </dgm:prSet>
      <dgm:spPr/>
    </dgm:pt>
    <dgm:pt modelId="{1C5B86F0-58FA-4C7C-8A76-7EDEEC393A91}" type="pres">
      <dgm:prSet presAssocID="{E5C16356-5B66-43E3-A7A7-3D3035DA9E5D}" presName="sibTrans" presStyleCnt="0"/>
      <dgm:spPr/>
    </dgm:pt>
    <dgm:pt modelId="{66DE0140-C166-4E89-8386-62AEFC474A26}" type="pres">
      <dgm:prSet presAssocID="{29B62473-A4DD-4914-8EB4-192C03F792B3}" presName="compNode" presStyleCnt="0"/>
      <dgm:spPr/>
    </dgm:pt>
    <dgm:pt modelId="{06656732-157F-40C2-B380-21366168A7B1}" type="pres">
      <dgm:prSet presAssocID="{29B62473-A4DD-4914-8EB4-192C03F792B3}" presName="bgRect" presStyleLbl="bgShp" presStyleIdx="2" presStyleCnt="3"/>
      <dgm:spPr/>
    </dgm:pt>
    <dgm:pt modelId="{18ABA247-4A9A-42A7-A172-24250F5312D7}" type="pres">
      <dgm:prSet presAssocID="{29B62473-A4DD-4914-8EB4-192C03F792B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E10A9E6-79BA-4A59-8ACE-5E86FFB3B58A}" type="pres">
      <dgm:prSet presAssocID="{29B62473-A4DD-4914-8EB4-192C03F792B3}" presName="spaceRect" presStyleCnt="0"/>
      <dgm:spPr/>
    </dgm:pt>
    <dgm:pt modelId="{E186F162-1F6F-45E2-9FD9-6025784DDCAF}" type="pres">
      <dgm:prSet presAssocID="{29B62473-A4DD-4914-8EB4-192C03F792B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CFF0C01-3FDB-49B6-8CE7-2A8C17350CF2}" type="presOf" srcId="{77A694B8-6405-4640-B6F8-9D552A1E7B45}" destId="{4FC49797-2BA4-41D2-8756-36EF0E9AF963}" srcOrd="0" destOrd="0" presId="urn:microsoft.com/office/officeart/2018/2/layout/IconVerticalSolidList"/>
    <dgm:cxn modelId="{0A1F1316-86D6-472A-B64E-631E6BFBE000}" type="presOf" srcId="{B99B90D0-B614-44C0-85CC-F94270194631}" destId="{B914478F-8E1F-4CBA-B678-A9B19838A921}" srcOrd="0" destOrd="0" presId="urn:microsoft.com/office/officeart/2018/2/layout/IconVerticalSolidList"/>
    <dgm:cxn modelId="{E431D622-D58B-4C46-BD8A-F60AF82A262B}" type="presOf" srcId="{BAA168F2-BDF6-45B4-8358-B4E860FF943E}" destId="{D268854D-B2B8-477E-9B51-374F5C041545}" srcOrd="0" destOrd="0" presId="urn:microsoft.com/office/officeart/2018/2/layout/IconVerticalSolidList"/>
    <dgm:cxn modelId="{5D871840-F8AA-4DD8-AC58-AC9E27D53564}" srcId="{77A694B8-6405-4640-B6F8-9D552A1E7B45}" destId="{B99B90D0-B614-44C0-85CC-F94270194631}" srcOrd="1" destOrd="0" parTransId="{F47A4D66-103B-4FF3-A81B-42148B41B64D}" sibTransId="{E5C16356-5B66-43E3-A7A7-3D3035DA9E5D}"/>
    <dgm:cxn modelId="{94DEF34B-E384-4EDF-BAC7-E974C749E7B5}" srcId="{77A694B8-6405-4640-B6F8-9D552A1E7B45}" destId="{BAA168F2-BDF6-45B4-8358-B4E860FF943E}" srcOrd="0" destOrd="0" parTransId="{383DC7C8-279F-4FC9-A95A-DABC64D873D5}" sibTransId="{457E5CC4-49D3-4705-B0CE-ED1017D39E48}"/>
    <dgm:cxn modelId="{D6DD31D2-3172-4AAF-9AEF-FD712AAAC312}" srcId="{77A694B8-6405-4640-B6F8-9D552A1E7B45}" destId="{29B62473-A4DD-4914-8EB4-192C03F792B3}" srcOrd="2" destOrd="0" parTransId="{0A58FA00-6778-42AB-9F3C-860DEBA5E944}" sibTransId="{20AB7767-9A14-4496-BD2B-F86A8AC6100C}"/>
    <dgm:cxn modelId="{23EC10E4-1546-4FB6-AC09-B45FBC0DC5BC}" type="presOf" srcId="{29B62473-A4DD-4914-8EB4-192C03F792B3}" destId="{E186F162-1F6F-45E2-9FD9-6025784DDCAF}" srcOrd="0" destOrd="0" presId="urn:microsoft.com/office/officeart/2018/2/layout/IconVerticalSolidList"/>
    <dgm:cxn modelId="{9E3BC808-EBDD-491C-8FBF-065A1CFF3F9F}" type="presParOf" srcId="{4FC49797-2BA4-41D2-8756-36EF0E9AF963}" destId="{415259DA-F3AD-4490-A23A-3E97AE4D6BBF}" srcOrd="0" destOrd="0" presId="urn:microsoft.com/office/officeart/2018/2/layout/IconVerticalSolidList"/>
    <dgm:cxn modelId="{718EFC84-B3DF-4C0A-A7D3-CBEF73715A8E}" type="presParOf" srcId="{415259DA-F3AD-4490-A23A-3E97AE4D6BBF}" destId="{C8A1CC94-E73F-4EA9-AFB7-C38C58FB905D}" srcOrd="0" destOrd="0" presId="urn:microsoft.com/office/officeart/2018/2/layout/IconVerticalSolidList"/>
    <dgm:cxn modelId="{0F9E2E01-6EE0-4B65-9EA7-E9FC1FF4F86C}" type="presParOf" srcId="{415259DA-F3AD-4490-A23A-3E97AE4D6BBF}" destId="{32AFC036-1DFF-4CA4-B5F4-CDB15776E11D}" srcOrd="1" destOrd="0" presId="urn:microsoft.com/office/officeart/2018/2/layout/IconVerticalSolidList"/>
    <dgm:cxn modelId="{7817ADA9-DE1B-4F45-B27F-9DD6B450AD60}" type="presParOf" srcId="{415259DA-F3AD-4490-A23A-3E97AE4D6BBF}" destId="{4519417B-2A79-47A0-8281-F31142345A33}" srcOrd="2" destOrd="0" presId="urn:microsoft.com/office/officeart/2018/2/layout/IconVerticalSolidList"/>
    <dgm:cxn modelId="{06D50456-FDE1-4332-9656-699B84A161B0}" type="presParOf" srcId="{415259DA-F3AD-4490-A23A-3E97AE4D6BBF}" destId="{D268854D-B2B8-477E-9B51-374F5C041545}" srcOrd="3" destOrd="0" presId="urn:microsoft.com/office/officeart/2018/2/layout/IconVerticalSolidList"/>
    <dgm:cxn modelId="{6C5A126F-8A2D-41E3-B03F-BFB33ED1493E}" type="presParOf" srcId="{4FC49797-2BA4-41D2-8756-36EF0E9AF963}" destId="{7692D6A8-E0E8-4034-BC49-31EAC699B812}" srcOrd="1" destOrd="0" presId="urn:microsoft.com/office/officeart/2018/2/layout/IconVerticalSolidList"/>
    <dgm:cxn modelId="{8FEDF014-578E-4E18-8B5A-11FD501B9441}" type="presParOf" srcId="{4FC49797-2BA4-41D2-8756-36EF0E9AF963}" destId="{B9069A49-6EE3-406F-A935-270F7DF9E43B}" srcOrd="2" destOrd="0" presId="urn:microsoft.com/office/officeart/2018/2/layout/IconVerticalSolidList"/>
    <dgm:cxn modelId="{6977A8A5-81C5-4C43-89B5-BB81B5826F90}" type="presParOf" srcId="{B9069A49-6EE3-406F-A935-270F7DF9E43B}" destId="{F8253D82-30F7-4EFA-B63E-58C3BF00B03D}" srcOrd="0" destOrd="0" presId="urn:microsoft.com/office/officeart/2018/2/layout/IconVerticalSolidList"/>
    <dgm:cxn modelId="{BA16B201-9D41-463F-A3FF-89877813392F}" type="presParOf" srcId="{B9069A49-6EE3-406F-A935-270F7DF9E43B}" destId="{FEEEDB1B-D3C1-4919-8B3A-3D1D3EF55E86}" srcOrd="1" destOrd="0" presId="urn:microsoft.com/office/officeart/2018/2/layout/IconVerticalSolidList"/>
    <dgm:cxn modelId="{4152B5CD-4C4D-4D81-B770-C58548350512}" type="presParOf" srcId="{B9069A49-6EE3-406F-A935-270F7DF9E43B}" destId="{21D8552C-A7BA-40A2-9652-3CA774B8D02B}" srcOrd="2" destOrd="0" presId="urn:microsoft.com/office/officeart/2018/2/layout/IconVerticalSolidList"/>
    <dgm:cxn modelId="{3B6A8B5F-5EDE-4C8A-AEEC-A9F081D5BAC9}" type="presParOf" srcId="{B9069A49-6EE3-406F-A935-270F7DF9E43B}" destId="{B914478F-8E1F-4CBA-B678-A9B19838A921}" srcOrd="3" destOrd="0" presId="urn:microsoft.com/office/officeart/2018/2/layout/IconVerticalSolidList"/>
    <dgm:cxn modelId="{A65E1E7D-8232-4FC3-9DFB-6EACD7D20820}" type="presParOf" srcId="{4FC49797-2BA4-41D2-8756-36EF0E9AF963}" destId="{1C5B86F0-58FA-4C7C-8A76-7EDEEC393A91}" srcOrd="3" destOrd="0" presId="urn:microsoft.com/office/officeart/2018/2/layout/IconVerticalSolidList"/>
    <dgm:cxn modelId="{414E18D2-0C4B-4E19-BDA6-5DB00EAF3523}" type="presParOf" srcId="{4FC49797-2BA4-41D2-8756-36EF0E9AF963}" destId="{66DE0140-C166-4E89-8386-62AEFC474A26}" srcOrd="4" destOrd="0" presId="urn:microsoft.com/office/officeart/2018/2/layout/IconVerticalSolidList"/>
    <dgm:cxn modelId="{24E4D894-D5C4-45AC-A4EB-D3D2AF29278C}" type="presParOf" srcId="{66DE0140-C166-4E89-8386-62AEFC474A26}" destId="{06656732-157F-40C2-B380-21366168A7B1}" srcOrd="0" destOrd="0" presId="urn:microsoft.com/office/officeart/2018/2/layout/IconVerticalSolidList"/>
    <dgm:cxn modelId="{971BC497-C5A5-4EFC-BF82-612F525F927B}" type="presParOf" srcId="{66DE0140-C166-4E89-8386-62AEFC474A26}" destId="{18ABA247-4A9A-42A7-A172-24250F5312D7}" srcOrd="1" destOrd="0" presId="urn:microsoft.com/office/officeart/2018/2/layout/IconVerticalSolidList"/>
    <dgm:cxn modelId="{74AD79CE-6B0F-4271-8DB0-EFD47E735419}" type="presParOf" srcId="{66DE0140-C166-4E89-8386-62AEFC474A26}" destId="{5E10A9E6-79BA-4A59-8ACE-5E86FFB3B58A}" srcOrd="2" destOrd="0" presId="urn:microsoft.com/office/officeart/2018/2/layout/IconVerticalSolidList"/>
    <dgm:cxn modelId="{EA7118C9-E820-462F-B08E-9FD8992EA2B5}" type="presParOf" srcId="{66DE0140-C166-4E89-8386-62AEFC474A26}" destId="{E186F162-1F6F-45E2-9FD9-6025784DDCA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287429E-6191-4320-B36F-8654F97AC25B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E63D11C-6350-49D3-A50C-30E301AF981E}">
      <dgm:prSet/>
      <dgm:spPr/>
      <dgm:t>
        <a:bodyPr/>
        <a:lstStyle/>
        <a:p>
          <a:r>
            <a:rPr lang="en-US" b="0" i="0" baseline="0"/>
            <a:t>Snappy is a modern compression library built by Google.</a:t>
          </a:r>
          <a:endParaRPr lang="en-US"/>
        </a:p>
      </dgm:t>
    </dgm:pt>
    <dgm:pt modelId="{9EC174A1-6294-4272-B4A4-BDCFA4AEBFB6}" type="parTrans" cxnId="{515272BA-7497-4660-99EC-D667C6A69A22}">
      <dgm:prSet/>
      <dgm:spPr/>
      <dgm:t>
        <a:bodyPr/>
        <a:lstStyle/>
        <a:p>
          <a:endParaRPr lang="en-US"/>
        </a:p>
      </dgm:t>
    </dgm:pt>
    <dgm:pt modelId="{B264C93B-BF3D-4B3A-84E2-F8BCDDCE55FC}" type="sibTrans" cxnId="{515272BA-7497-4660-99EC-D667C6A69A22}">
      <dgm:prSet/>
      <dgm:spPr/>
      <dgm:t>
        <a:bodyPr/>
        <a:lstStyle/>
        <a:p>
          <a:endParaRPr lang="en-US"/>
        </a:p>
      </dgm:t>
    </dgm:pt>
    <dgm:pt modelId="{CFE4D97C-E4F3-47DA-9165-FBE6BE8C1CCC}">
      <dgm:prSet/>
      <dgm:spPr/>
      <dgm:t>
        <a:bodyPr/>
        <a:lstStyle/>
        <a:p>
          <a:r>
            <a:rPr lang="en-US" b="1" i="0" baseline="0"/>
            <a:t>Its Main Goal:</a:t>
          </a:r>
          <a:r>
            <a:rPr lang="en-US" b="0" i="0" baseline="0"/>
            <a:t> </a:t>
          </a:r>
          <a:r>
            <a:rPr lang="en-US" b="1" i="0" baseline="0"/>
            <a:t>Maximum Speed</a:t>
          </a:r>
          <a:r>
            <a:rPr lang="en-US" b="0" i="0" baseline="0"/>
            <a:t>.</a:t>
          </a:r>
          <a:endParaRPr lang="en-US"/>
        </a:p>
      </dgm:t>
    </dgm:pt>
    <dgm:pt modelId="{EBF4B8B6-9078-4EEF-9C0E-8A123F59C3AE}" type="parTrans" cxnId="{EBF68710-87A5-47DF-A509-F0B6F574D1F3}">
      <dgm:prSet/>
      <dgm:spPr/>
      <dgm:t>
        <a:bodyPr/>
        <a:lstStyle/>
        <a:p>
          <a:endParaRPr lang="en-US"/>
        </a:p>
      </dgm:t>
    </dgm:pt>
    <dgm:pt modelId="{481F6F95-6F1A-4F8B-B31E-35876FC573A7}" type="sibTrans" cxnId="{EBF68710-87A5-47DF-A509-F0B6F574D1F3}">
      <dgm:prSet/>
      <dgm:spPr/>
      <dgm:t>
        <a:bodyPr/>
        <a:lstStyle/>
        <a:p>
          <a:endParaRPr lang="en-US"/>
        </a:p>
      </dgm:t>
    </dgm:pt>
    <dgm:pt modelId="{2EAE408F-F30B-4521-A7CD-7AA3F2924711}">
      <dgm:prSet/>
      <dgm:spPr/>
      <dgm:t>
        <a:bodyPr/>
        <a:lstStyle/>
        <a:p>
          <a:r>
            <a:rPr lang="en-US" b="0" i="0" baseline="0"/>
            <a:t>It was designed </a:t>
          </a:r>
          <a:r>
            <a:rPr lang="en-US" b="0" i="1" baseline="0"/>
            <a:t>specifically</a:t>
          </a:r>
          <a:r>
            <a:rPr lang="en-US" b="0" i="0" baseline="0"/>
            <a:t> to solve DEFLATE's speed problem. It's built for servers, databases, and big data systems where speed is more important than file size.</a:t>
          </a:r>
          <a:endParaRPr lang="en-US"/>
        </a:p>
      </dgm:t>
    </dgm:pt>
    <dgm:pt modelId="{7082E0A0-9C7D-43B2-BE1E-90605E1638CF}" type="parTrans" cxnId="{F32F23AA-EEFE-40A7-8A3E-376D5BC7DDC4}">
      <dgm:prSet/>
      <dgm:spPr/>
      <dgm:t>
        <a:bodyPr/>
        <a:lstStyle/>
        <a:p>
          <a:endParaRPr lang="en-US"/>
        </a:p>
      </dgm:t>
    </dgm:pt>
    <dgm:pt modelId="{62C34159-E766-452E-BE8A-86D2D67B1DEB}" type="sibTrans" cxnId="{F32F23AA-EEFE-40A7-8A3E-376D5BC7DDC4}">
      <dgm:prSet/>
      <dgm:spPr/>
      <dgm:t>
        <a:bodyPr/>
        <a:lstStyle/>
        <a:p>
          <a:endParaRPr lang="en-US"/>
        </a:p>
      </dgm:t>
    </dgm:pt>
    <dgm:pt modelId="{08978B61-C79B-4427-8EBD-ED3165CC2661}" type="pres">
      <dgm:prSet presAssocID="{3287429E-6191-4320-B36F-8654F97AC25B}" presName="root" presStyleCnt="0">
        <dgm:presLayoutVars>
          <dgm:dir/>
          <dgm:resizeHandles val="exact"/>
        </dgm:presLayoutVars>
      </dgm:prSet>
      <dgm:spPr/>
    </dgm:pt>
    <dgm:pt modelId="{2BF7EE8A-8629-402D-8E8F-4900BB20F771}" type="pres">
      <dgm:prSet presAssocID="{7E63D11C-6350-49D3-A50C-30E301AF981E}" presName="compNode" presStyleCnt="0"/>
      <dgm:spPr/>
    </dgm:pt>
    <dgm:pt modelId="{EFFD1EEA-DCFB-498A-A47C-391F552D3B7C}" type="pres">
      <dgm:prSet presAssocID="{7E63D11C-6350-49D3-A50C-30E301AF981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41DD0623-D5DB-45CE-B555-7DB68792E984}" type="pres">
      <dgm:prSet presAssocID="{7E63D11C-6350-49D3-A50C-30E301AF981E}" presName="spaceRect" presStyleCnt="0"/>
      <dgm:spPr/>
    </dgm:pt>
    <dgm:pt modelId="{7F298E09-4D4F-42C4-B0DD-266B1D85CC1E}" type="pres">
      <dgm:prSet presAssocID="{7E63D11C-6350-49D3-A50C-30E301AF981E}" presName="textRect" presStyleLbl="revTx" presStyleIdx="0" presStyleCnt="3">
        <dgm:presLayoutVars>
          <dgm:chMax val="1"/>
          <dgm:chPref val="1"/>
        </dgm:presLayoutVars>
      </dgm:prSet>
      <dgm:spPr/>
    </dgm:pt>
    <dgm:pt modelId="{ECC844E9-1336-4AE0-926D-E892C3E4AE7E}" type="pres">
      <dgm:prSet presAssocID="{B264C93B-BF3D-4B3A-84E2-F8BCDDCE55FC}" presName="sibTrans" presStyleCnt="0"/>
      <dgm:spPr/>
    </dgm:pt>
    <dgm:pt modelId="{E698BBD2-BFA1-432A-965C-7672872F46D4}" type="pres">
      <dgm:prSet presAssocID="{CFE4D97C-E4F3-47DA-9165-FBE6BE8C1CCC}" presName="compNode" presStyleCnt="0"/>
      <dgm:spPr/>
    </dgm:pt>
    <dgm:pt modelId="{546209C6-8A12-49D5-9E31-50866CB2BE1B}" type="pres">
      <dgm:prSet presAssocID="{CFE4D97C-E4F3-47DA-9165-FBE6BE8C1CC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B617CE92-BDEE-4931-A351-0316AC60E350}" type="pres">
      <dgm:prSet presAssocID="{CFE4D97C-E4F3-47DA-9165-FBE6BE8C1CCC}" presName="spaceRect" presStyleCnt="0"/>
      <dgm:spPr/>
    </dgm:pt>
    <dgm:pt modelId="{B06DC5B1-B69C-4C07-937F-8CD7C8ACAE60}" type="pres">
      <dgm:prSet presAssocID="{CFE4D97C-E4F3-47DA-9165-FBE6BE8C1CCC}" presName="textRect" presStyleLbl="revTx" presStyleIdx="1" presStyleCnt="3">
        <dgm:presLayoutVars>
          <dgm:chMax val="1"/>
          <dgm:chPref val="1"/>
        </dgm:presLayoutVars>
      </dgm:prSet>
      <dgm:spPr/>
    </dgm:pt>
    <dgm:pt modelId="{62226658-0F52-4A9D-BAAF-329E861EB331}" type="pres">
      <dgm:prSet presAssocID="{481F6F95-6F1A-4F8B-B31E-35876FC573A7}" presName="sibTrans" presStyleCnt="0"/>
      <dgm:spPr/>
    </dgm:pt>
    <dgm:pt modelId="{DA5EF7E0-01F5-4DA8-8F49-76EA733F2002}" type="pres">
      <dgm:prSet presAssocID="{2EAE408F-F30B-4521-A7CD-7AA3F2924711}" presName="compNode" presStyleCnt="0"/>
      <dgm:spPr/>
    </dgm:pt>
    <dgm:pt modelId="{063AAB38-FC4C-453C-AA21-F0DCBBDE7B84}" type="pres">
      <dgm:prSet presAssocID="{2EAE408F-F30B-4521-A7CD-7AA3F292471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3FD451B-EFDC-47C8-8443-D32EEEB0761E}" type="pres">
      <dgm:prSet presAssocID="{2EAE408F-F30B-4521-A7CD-7AA3F2924711}" presName="spaceRect" presStyleCnt="0"/>
      <dgm:spPr/>
    </dgm:pt>
    <dgm:pt modelId="{5BA3B8E2-C8D1-4882-B64C-BB4FDF79561B}" type="pres">
      <dgm:prSet presAssocID="{2EAE408F-F30B-4521-A7CD-7AA3F292471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BF68710-87A5-47DF-A509-F0B6F574D1F3}" srcId="{3287429E-6191-4320-B36F-8654F97AC25B}" destId="{CFE4D97C-E4F3-47DA-9165-FBE6BE8C1CCC}" srcOrd="1" destOrd="0" parTransId="{EBF4B8B6-9078-4EEF-9C0E-8A123F59C3AE}" sibTransId="{481F6F95-6F1A-4F8B-B31E-35876FC573A7}"/>
    <dgm:cxn modelId="{F3403718-1595-4E2A-B91B-05A2040D22BD}" type="presOf" srcId="{CFE4D97C-E4F3-47DA-9165-FBE6BE8C1CCC}" destId="{B06DC5B1-B69C-4C07-937F-8CD7C8ACAE60}" srcOrd="0" destOrd="0" presId="urn:microsoft.com/office/officeart/2018/2/layout/IconLabelList"/>
    <dgm:cxn modelId="{5572184F-F21B-428D-ACA6-8BC8AF0D0E52}" type="presOf" srcId="{7E63D11C-6350-49D3-A50C-30E301AF981E}" destId="{7F298E09-4D4F-42C4-B0DD-266B1D85CC1E}" srcOrd="0" destOrd="0" presId="urn:microsoft.com/office/officeart/2018/2/layout/IconLabelList"/>
    <dgm:cxn modelId="{2CF0A595-D5CE-4575-B24F-063B9DC966BA}" type="presOf" srcId="{3287429E-6191-4320-B36F-8654F97AC25B}" destId="{08978B61-C79B-4427-8EBD-ED3165CC2661}" srcOrd="0" destOrd="0" presId="urn:microsoft.com/office/officeart/2018/2/layout/IconLabelList"/>
    <dgm:cxn modelId="{F32F23AA-EEFE-40A7-8A3E-376D5BC7DDC4}" srcId="{3287429E-6191-4320-B36F-8654F97AC25B}" destId="{2EAE408F-F30B-4521-A7CD-7AA3F2924711}" srcOrd="2" destOrd="0" parTransId="{7082E0A0-9C7D-43B2-BE1E-90605E1638CF}" sibTransId="{62C34159-E766-452E-BE8A-86D2D67B1DEB}"/>
    <dgm:cxn modelId="{515272BA-7497-4660-99EC-D667C6A69A22}" srcId="{3287429E-6191-4320-B36F-8654F97AC25B}" destId="{7E63D11C-6350-49D3-A50C-30E301AF981E}" srcOrd="0" destOrd="0" parTransId="{9EC174A1-6294-4272-B4A4-BDCFA4AEBFB6}" sibTransId="{B264C93B-BF3D-4B3A-84E2-F8BCDDCE55FC}"/>
    <dgm:cxn modelId="{B788E6F5-A9BB-46CC-A69D-D1537FA4B268}" type="presOf" srcId="{2EAE408F-F30B-4521-A7CD-7AA3F2924711}" destId="{5BA3B8E2-C8D1-4882-B64C-BB4FDF79561B}" srcOrd="0" destOrd="0" presId="urn:microsoft.com/office/officeart/2018/2/layout/IconLabelList"/>
    <dgm:cxn modelId="{C8E5DCEB-6C92-4D9D-9168-39727AA8B7F6}" type="presParOf" srcId="{08978B61-C79B-4427-8EBD-ED3165CC2661}" destId="{2BF7EE8A-8629-402D-8E8F-4900BB20F771}" srcOrd="0" destOrd="0" presId="urn:microsoft.com/office/officeart/2018/2/layout/IconLabelList"/>
    <dgm:cxn modelId="{C82192C0-7782-45F5-A6E4-0C5F4716DB53}" type="presParOf" srcId="{2BF7EE8A-8629-402D-8E8F-4900BB20F771}" destId="{EFFD1EEA-DCFB-498A-A47C-391F552D3B7C}" srcOrd="0" destOrd="0" presId="urn:microsoft.com/office/officeart/2018/2/layout/IconLabelList"/>
    <dgm:cxn modelId="{AC687231-45A0-4CE0-9974-05030F3A5A9F}" type="presParOf" srcId="{2BF7EE8A-8629-402D-8E8F-4900BB20F771}" destId="{41DD0623-D5DB-45CE-B555-7DB68792E984}" srcOrd="1" destOrd="0" presId="urn:microsoft.com/office/officeart/2018/2/layout/IconLabelList"/>
    <dgm:cxn modelId="{2869FC1F-4FFD-4485-8580-0CD56CE27029}" type="presParOf" srcId="{2BF7EE8A-8629-402D-8E8F-4900BB20F771}" destId="{7F298E09-4D4F-42C4-B0DD-266B1D85CC1E}" srcOrd="2" destOrd="0" presId="urn:microsoft.com/office/officeart/2018/2/layout/IconLabelList"/>
    <dgm:cxn modelId="{C9F1674A-5638-4406-890B-07F1B00007CC}" type="presParOf" srcId="{08978B61-C79B-4427-8EBD-ED3165CC2661}" destId="{ECC844E9-1336-4AE0-926D-E892C3E4AE7E}" srcOrd="1" destOrd="0" presId="urn:microsoft.com/office/officeart/2018/2/layout/IconLabelList"/>
    <dgm:cxn modelId="{67ABB0C8-526D-47D0-892A-553CE3B7310E}" type="presParOf" srcId="{08978B61-C79B-4427-8EBD-ED3165CC2661}" destId="{E698BBD2-BFA1-432A-965C-7672872F46D4}" srcOrd="2" destOrd="0" presId="urn:microsoft.com/office/officeart/2018/2/layout/IconLabelList"/>
    <dgm:cxn modelId="{0C977B5D-FB22-45C0-B7A9-2431D30BD2EF}" type="presParOf" srcId="{E698BBD2-BFA1-432A-965C-7672872F46D4}" destId="{546209C6-8A12-49D5-9E31-50866CB2BE1B}" srcOrd="0" destOrd="0" presId="urn:microsoft.com/office/officeart/2018/2/layout/IconLabelList"/>
    <dgm:cxn modelId="{A70A7123-FB2A-4452-92F9-7D1A3BE55A1E}" type="presParOf" srcId="{E698BBD2-BFA1-432A-965C-7672872F46D4}" destId="{B617CE92-BDEE-4931-A351-0316AC60E350}" srcOrd="1" destOrd="0" presId="urn:microsoft.com/office/officeart/2018/2/layout/IconLabelList"/>
    <dgm:cxn modelId="{61BDDBC4-EBFE-421E-B653-6C0F88E597A6}" type="presParOf" srcId="{E698BBD2-BFA1-432A-965C-7672872F46D4}" destId="{B06DC5B1-B69C-4C07-937F-8CD7C8ACAE60}" srcOrd="2" destOrd="0" presId="urn:microsoft.com/office/officeart/2018/2/layout/IconLabelList"/>
    <dgm:cxn modelId="{591EA54F-E4E2-4D6A-B6C0-49E72B87296A}" type="presParOf" srcId="{08978B61-C79B-4427-8EBD-ED3165CC2661}" destId="{62226658-0F52-4A9D-BAAF-329E861EB331}" srcOrd="3" destOrd="0" presId="urn:microsoft.com/office/officeart/2018/2/layout/IconLabelList"/>
    <dgm:cxn modelId="{76F27DF6-1D82-4D4D-9E24-3B615BCC3DDB}" type="presParOf" srcId="{08978B61-C79B-4427-8EBD-ED3165CC2661}" destId="{DA5EF7E0-01F5-4DA8-8F49-76EA733F2002}" srcOrd="4" destOrd="0" presId="urn:microsoft.com/office/officeart/2018/2/layout/IconLabelList"/>
    <dgm:cxn modelId="{2778A986-0614-4A10-A401-238BE2764A71}" type="presParOf" srcId="{DA5EF7E0-01F5-4DA8-8F49-76EA733F2002}" destId="{063AAB38-FC4C-453C-AA21-F0DCBBDE7B84}" srcOrd="0" destOrd="0" presId="urn:microsoft.com/office/officeart/2018/2/layout/IconLabelList"/>
    <dgm:cxn modelId="{1B6721E7-EC66-441B-BFAA-E4D49A11DE32}" type="presParOf" srcId="{DA5EF7E0-01F5-4DA8-8F49-76EA733F2002}" destId="{83FD451B-EFDC-47C8-8443-D32EEEB0761E}" srcOrd="1" destOrd="0" presId="urn:microsoft.com/office/officeart/2018/2/layout/IconLabelList"/>
    <dgm:cxn modelId="{32A8E7ED-1F83-49AB-9552-E35FAD91F924}" type="presParOf" srcId="{DA5EF7E0-01F5-4DA8-8F49-76EA733F2002}" destId="{5BA3B8E2-C8D1-4882-B64C-BB4FDF79561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85E22C8-33AB-4A70-9550-0729DBCCFA2F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2C41726A-4553-443C-A77D-389625618CEC}">
      <dgm:prSet/>
      <dgm:spPr/>
      <dgm:t>
        <a:bodyPr/>
        <a:lstStyle/>
        <a:p>
          <a:r>
            <a:rPr lang="en-US" b="1" i="0" baseline="0"/>
            <a:t>Stage 1: Find Repeats (LZ77-like)</a:t>
          </a:r>
          <a:endParaRPr lang="en-US"/>
        </a:p>
      </dgm:t>
    </dgm:pt>
    <dgm:pt modelId="{35939CDE-BB11-40EB-8613-2FA7E309277A}" type="parTrans" cxnId="{D2F4F501-10F6-4FF0-879C-8DD767677A79}">
      <dgm:prSet/>
      <dgm:spPr/>
      <dgm:t>
        <a:bodyPr/>
        <a:lstStyle/>
        <a:p>
          <a:endParaRPr lang="en-US"/>
        </a:p>
      </dgm:t>
    </dgm:pt>
    <dgm:pt modelId="{44C6FEAE-BA0D-4B56-8601-61BB1585DA0C}" type="sibTrans" cxnId="{D2F4F501-10F6-4FF0-879C-8DD767677A79}">
      <dgm:prSet/>
      <dgm:spPr/>
      <dgm:t>
        <a:bodyPr/>
        <a:lstStyle/>
        <a:p>
          <a:endParaRPr lang="en-US"/>
        </a:p>
      </dgm:t>
    </dgm:pt>
    <dgm:pt modelId="{2721411C-F84A-4783-A13A-DAC1DC92E01F}">
      <dgm:prSet/>
      <dgm:spPr/>
      <dgm:t>
        <a:bodyPr/>
        <a:lstStyle/>
        <a:p>
          <a:r>
            <a:rPr lang="en-US" b="0" i="0" baseline="0"/>
            <a:t>It scans the data and finds duplicate strings.</a:t>
          </a:r>
          <a:endParaRPr lang="en-US"/>
        </a:p>
      </dgm:t>
    </dgm:pt>
    <dgm:pt modelId="{7BB8B6BE-CDD1-4A54-B33F-D01565977160}" type="parTrans" cxnId="{E636C548-A4BA-4DBD-9113-AB9EDD53284A}">
      <dgm:prSet/>
      <dgm:spPr/>
      <dgm:t>
        <a:bodyPr/>
        <a:lstStyle/>
        <a:p>
          <a:endParaRPr lang="en-US"/>
        </a:p>
      </dgm:t>
    </dgm:pt>
    <dgm:pt modelId="{895363D9-4EBE-47EC-94A5-3C0D3A04D2DC}" type="sibTrans" cxnId="{E636C548-A4BA-4DBD-9113-AB9EDD53284A}">
      <dgm:prSet/>
      <dgm:spPr/>
      <dgm:t>
        <a:bodyPr/>
        <a:lstStyle/>
        <a:p>
          <a:endParaRPr lang="en-US"/>
        </a:p>
      </dgm:t>
    </dgm:pt>
    <dgm:pt modelId="{475D982D-A5CA-441E-8CA2-73978286ABEC}">
      <dgm:prSet/>
      <dgm:spPr/>
      <dgm:t>
        <a:bodyPr/>
        <a:lstStyle/>
        <a:p>
          <a:r>
            <a:rPr lang="en-US" b="0" i="0" baseline="0"/>
            <a:t>It replaces them with a simple pointer: (Go back 50 bytes, copy 14 bytes).</a:t>
          </a:r>
          <a:endParaRPr lang="en-US"/>
        </a:p>
      </dgm:t>
    </dgm:pt>
    <dgm:pt modelId="{3750440B-6CBC-4FB2-BF2E-2B49747CF63A}" type="parTrans" cxnId="{ABC5705A-1F2A-43D9-8A16-54A1F92A55C5}">
      <dgm:prSet/>
      <dgm:spPr/>
      <dgm:t>
        <a:bodyPr/>
        <a:lstStyle/>
        <a:p>
          <a:endParaRPr lang="en-US"/>
        </a:p>
      </dgm:t>
    </dgm:pt>
    <dgm:pt modelId="{7B2B96C7-13E5-427F-9BF3-C96A0DC22D5C}" type="sibTrans" cxnId="{ABC5705A-1F2A-43D9-8A16-54A1F92A55C5}">
      <dgm:prSet/>
      <dgm:spPr/>
      <dgm:t>
        <a:bodyPr/>
        <a:lstStyle/>
        <a:p>
          <a:endParaRPr lang="en-US"/>
        </a:p>
      </dgm:t>
    </dgm:pt>
    <dgm:pt modelId="{945C9DB9-BF4A-4277-B2C0-7796A684870A}">
      <dgm:prSet/>
      <dgm:spPr/>
      <dgm:t>
        <a:bodyPr/>
        <a:lstStyle/>
        <a:p>
          <a:r>
            <a:rPr lang="en-US" b="1" i="0" baseline="0"/>
            <a:t>Key Difference:</a:t>
          </a:r>
          <a:r>
            <a:rPr lang="en-US" b="0" i="0" baseline="0"/>
            <a:t> Snappy </a:t>
          </a:r>
          <a:r>
            <a:rPr lang="en-US" b="1" i="0" baseline="0"/>
            <a:t>completely skips</a:t>
          </a:r>
          <a:r>
            <a:rPr lang="en-US" b="0" i="0" baseline="0"/>
            <a:t> the slow, heavy Huffman coding stage.</a:t>
          </a:r>
          <a:endParaRPr lang="en-US"/>
        </a:p>
      </dgm:t>
    </dgm:pt>
    <dgm:pt modelId="{2C83023D-C6CE-4BEA-8AE4-1C5F8B6B6C2B}" type="parTrans" cxnId="{BEE659D7-E730-4A9C-BEC8-CCC9335C343E}">
      <dgm:prSet/>
      <dgm:spPr/>
      <dgm:t>
        <a:bodyPr/>
        <a:lstStyle/>
        <a:p>
          <a:endParaRPr lang="en-US"/>
        </a:p>
      </dgm:t>
    </dgm:pt>
    <dgm:pt modelId="{122ACC61-81EA-4EF5-96D5-E4BA11E59B4A}" type="sibTrans" cxnId="{BEE659D7-E730-4A9C-BEC8-CCC9335C343E}">
      <dgm:prSet/>
      <dgm:spPr/>
      <dgm:t>
        <a:bodyPr/>
        <a:lstStyle/>
        <a:p>
          <a:endParaRPr lang="en-US"/>
        </a:p>
      </dgm:t>
    </dgm:pt>
    <dgm:pt modelId="{7471C177-BF1D-4DC5-B488-14A01A49DCB0}">
      <dgm:prSet/>
      <dgm:spPr/>
      <dgm:t>
        <a:bodyPr/>
        <a:lstStyle/>
        <a:p>
          <a:r>
            <a:rPr lang="en-US" b="1" i="0" baseline="0"/>
            <a:t>Result:</a:t>
          </a:r>
          <a:r>
            <a:rPr lang="en-US" b="0" i="0" baseline="0"/>
            <a:t> A </a:t>
          </a:r>
          <a:r>
            <a:rPr lang="en-US" b="1" i="0" baseline="0"/>
            <a:t>byte-stream</a:t>
          </a:r>
          <a:r>
            <a:rPr lang="en-US" b="0" i="0" baseline="0"/>
            <a:t>. The file isn't as small as DEFLATE's, but the entire process is 10x-20x faster.</a:t>
          </a:r>
          <a:endParaRPr lang="en-US"/>
        </a:p>
      </dgm:t>
    </dgm:pt>
    <dgm:pt modelId="{A779D947-1FE9-403F-A88B-E7CF7BCE1B12}" type="parTrans" cxnId="{BA78A2D8-CCD9-4C49-9F1A-BD62B2E0B8D5}">
      <dgm:prSet/>
      <dgm:spPr/>
      <dgm:t>
        <a:bodyPr/>
        <a:lstStyle/>
        <a:p>
          <a:endParaRPr lang="en-US"/>
        </a:p>
      </dgm:t>
    </dgm:pt>
    <dgm:pt modelId="{0884A917-1733-47E5-A40A-6A55515A570D}" type="sibTrans" cxnId="{BA78A2D8-CCD9-4C49-9F1A-BD62B2E0B8D5}">
      <dgm:prSet/>
      <dgm:spPr/>
      <dgm:t>
        <a:bodyPr/>
        <a:lstStyle/>
        <a:p>
          <a:endParaRPr lang="en-US"/>
        </a:p>
      </dgm:t>
    </dgm:pt>
    <dgm:pt modelId="{AAB1B700-80FA-6842-B5C7-0173F60FE5E1}" type="pres">
      <dgm:prSet presAssocID="{A85E22C8-33AB-4A70-9550-0729DBCCFA2F}" presName="vert0" presStyleCnt="0">
        <dgm:presLayoutVars>
          <dgm:dir/>
          <dgm:animOne val="branch"/>
          <dgm:animLvl val="lvl"/>
        </dgm:presLayoutVars>
      </dgm:prSet>
      <dgm:spPr/>
    </dgm:pt>
    <dgm:pt modelId="{139AE0CA-9717-4040-9789-9D269AF8C3B6}" type="pres">
      <dgm:prSet presAssocID="{2C41726A-4553-443C-A77D-389625618CEC}" presName="thickLine" presStyleLbl="alignNode1" presStyleIdx="0" presStyleCnt="5"/>
      <dgm:spPr/>
    </dgm:pt>
    <dgm:pt modelId="{7E93D906-92C4-5542-8F86-6B044EBDBF8C}" type="pres">
      <dgm:prSet presAssocID="{2C41726A-4553-443C-A77D-389625618CEC}" presName="horz1" presStyleCnt="0"/>
      <dgm:spPr/>
    </dgm:pt>
    <dgm:pt modelId="{CC5CC4FB-28D3-3141-BD3D-2F07357D4EB6}" type="pres">
      <dgm:prSet presAssocID="{2C41726A-4553-443C-A77D-389625618CEC}" presName="tx1" presStyleLbl="revTx" presStyleIdx="0" presStyleCnt="5"/>
      <dgm:spPr/>
    </dgm:pt>
    <dgm:pt modelId="{9E0A0513-10EE-4644-84C7-CD738370EFD0}" type="pres">
      <dgm:prSet presAssocID="{2C41726A-4553-443C-A77D-389625618CEC}" presName="vert1" presStyleCnt="0"/>
      <dgm:spPr/>
    </dgm:pt>
    <dgm:pt modelId="{F9AB96CB-5436-D443-80E5-B2CC3E9A638E}" type="pres">
      <dgm:prSet presAssocID="{2721411C-F84A-4783-A13A-DAC1DC92E01F}" presName="thickLine" presStyleLbl="alignNode1" presStyleIdx="1" presStyleCnt="5"/>
      <dgm:spPr/>
    </dgm:pt>
    <dgm:pt modelId="{F42AE76A-564E-4A43-88A4-E02C524103E9}" type="pres">
      <dgm:prSet presAssocID="{2721411C-F84A-4783-A13A-DAC1DC92E01F}" presName="horz1" presStyleCnt="0"/>
      <dgm:spPr/>
    </dgm:pt>
    <dgm:pt modelId="{08612E60-BE3A-CB40-B3CD-308AC064CED8}" type="pres">
      <dgm:prSet presAssocID="{2721411C-F84A-4783-A13A-DAC1DC92E01F}" presName="tx1" presStyleLbl="revTx" presStyleIdx="1" presStyleCnt="5"/>
      <dgm:spPr/>
    </dgm:pt>
    <dgm:pt modelId="{AA8912F7-E542-EC4C-A5C0-261F51B34E09}" type="pres">
      <dgm:prSet presAssocID="{2721411C-F84A-4783-A13A-DAC1DC92E01F}" presName="vert1" presStyleCnt="0"/>
      <dgm:spPr/>
    </dgm:pt>
    <dgm:pt modelId="{47E9CE12-F97E-E34A-AF5B-23D6022B5220}" type="pres">
      <dgm:prSet presAssocID="{475D982D-A5CA-441E-8CA2-73978286ABEC}" presName="thickLine" presStyleLbl="alignNode1" presStyleIdx="2" presStyleCnt="5"/>
      <dgm:spPr/>
    </dgm:pt>
    <dgm:pt modelId="{E31758A8-F714-1E45-A29C-04D1F4184D1C}" type="pres">
      <dgm:prSet presAssocID="{475D982D-A5CA-441E-8CA2-73978286ABEC}" presName="horz1" presStyleCnt="0"/>
      <dgm:spPr/>
    </dgm:pt>
    <dgm:pt modelId="{72443EDE-81EF-F047-8AC2-C4581EDBB181}" type="pres">
      <dgm:prSet presAssocID="{475D982D-A5CA-441E-8CA2-73978286ABEC}" presName="tx1" presStyleLbl="revTx" presStyleIdx="2" presStyleCnt="5"/>
      <dgm:spPr/>
    </dgm:pt>
    <dgm:pt modelId="{BEA88D15-38AF-9B47-A4AF-6B7D0678C75B}" type="pres">
      <dgm:prSet presAssocID="{475D982D-A5CA-441E-8CA2-73978286ABEC}" presName="vert1" presStyleCnt="0"/>
      <dgm:spPr/>
    </dgm:pt>
    <dgm:pt modelId="{EB76318C-B87A-524B-88FE-4FE2CD8DB80C}" type="pres">
      <dgm:prSet presAssocID="{945C9DB9-BF4A-4277-B2C0-7796A684870A}" presName="thickLine" presStyleLbl="alignNode1" presStyleIdx="3" presStyleCnt="5"/>
      <dgm:spPr/>
    </dgm:pt>
    <dgm:pt modelId="{A470DDD7-26E8-8844-B6BF-22156C6BA515}" type="pres">
      <dgm:prSet presAssocID="{945C9DB9-BF4A-4277-B2C0-7796A684870A}" presName="horz1" presStyleCnt="0"/>
      <dgm:spPr/>
    </dgm:pt>
    <dgm:pt modelId="{68E49716-7623-4249-8CCE-C0E8E7D67D1D}" type="pres">
      <dgm:prSet presAssocID="{945C9DB9-BF4A-4277-B2C0-7796A684870A}" presName="tx1" presStyleLbl="revTx" presStyleIdx="3" presStyleCnt="5"/>
      <dgm:spPr/>
    </dgm:pt>
    <dgm:pt modelId="{17A6BD0B-419B-5240-ACCA-BE807AA74391}" type="pres">
      <dgm:prSet presAssocID="{945C9DB9-BF4A-4277-B2C0-7796A684870A}" presName="vert1" presStyleCnt="0"/>
      <dgm:spPr/>
    </dgm:pt>
    <dgm:pt modelId="{094843E7-5602-8A48-81C4-5C1C3A96D7C6}" type="pres">
      <dgm:prSet presAssocID="{7471C177-BF1D-4DC5-B488-14A01A49DCB0}" presName="thickLine" presStyleLbl="alignNode1" presStyleIdx="4" presStyleCnt="5"/>
      <dgm:spPr/>
    </dgm:pt>
    <dgm:pt modelId="{EADB0DC5-6238-1044-B29B-5A86C72FEE09}" type="pres">
      <dgm:prSet presAssocID="{7471C177-BF1D-4DC5-B488-14A01A49DCB0}" presName="horz1" presStyleCnt="0"/>
      <dgm:spPr/>
    </dgm:pt>
    <dgm:pt modelId="{D321C56E-802B-6345-A76E-02CE9979D0BE}" type="pres">
      <dgm:prSet presAssocID="{7471C177-BF1D-4DC5-B488-14A01A49DCB0}" presName="tx1" presStyleLbl="revTx" presStyleIdx="4" presStyleCnt="5"/>
      <dgm:spPr/>
    </dgm:pt>
    <dgm:pt modelId="{70E70FF7-9017-654E-A457-A8BC737B24C5}" type="pres">
      <dgm:prSet presAssocID="{7471C177-BF1D-4DC5-B488-14A01A49DCB0}" presName="vert1" presStyleCnt="0"/>
      <dgm:spPr/>
    </dgm:pt>
  </dgm:ptLst>
  <dgm:cxnLst>
    <dgm:cxn modelId="{D2F4F501-10F6-4FF0-879C-8DD767677A79}" srcId="{A85E22C8-33AB-4A70-9550-0729DBCCFA2F}" destId="{2C41726A-4553-443C-A77D-389625618CEC}" srcOrd="0" destOrd="0" parTransId="{35939CDE-BB11-40EB-8613-2FA7E309277A}" sibTransId="{44C6FEAE-BA0D-4B56-8601-61BB1585DA0C}"/>
    <dgm:cxn modelId="{6FF47212-BFAA-7446-BD1C-A72E8B74316B}" type="presOf" srcId="{2C41726A-4553-443C-A77D-389625618CEC}" destId="{CC5CC4FB-28D3-3141-BD3D-2F07357D4EB6}" srcOrd="0" destOrd="0" presId="urn:microsoft.com/office/officeart/2008/layout/LinedList"/>
    <dgm:cxn modelId="{72536D43-38B8-8749-A842-32B8F3ABE98C}" type="presOf" srcId="{945C9DB9-BF4A-4277-B2C0-7796A684870A}" destId="{68E49716-7623-4249-8CCE-C0E8E7D67D1D}" srcOrd="0" destOrd="0" presId="urn:microsoft.com/office/officeart/2008/layout/LinedList"/>
    <dgm:cxn modelId="{E636C548-A4BA-4DBD-9113-AB9EDD53284A}" srcId="{A85E22C8-33AB-4A70-9550-0729DBCCFA2F}" destId="{2721411C-F84A-4783-A13A-DAC1DC92E01F}" srcOrd="1" destOrd="0" parTransId="{7BB8B6BE-CDD1-4A54-B33F-D01565977160}" sibTransId="{895363D9-4EBE-47EC-94A5-3C0D3A04D2DC}"/>
    <dgm:cxn modelId="{ABC5705A-1F2A-43D9-8A16-54A1F92A55C5}" srcId="{A85E22C8-33AB-4A70-9550-0729DBCCFA2F}" destId="{475D982D-A5CA-441E-8CA2-73978286ABEC}" srcOrd="2" destOrd="0" parTransId="{3750440B-6CBC-4FB2-BF2E-2B49747CF63A}" sibTransId="{7B2B96C7-13E5-427F-9BF3-C96A0DC22D5C}"/>
    <dgm:cxn modelId="{F0ABDAB4-CF4B-C548-A0B0-9A654B301F6C}" type="presOf" srcId="{475D982D-A5CA-441E-8CA2-73978286ABEC}" destId="{72443EDE-81EF-F047-8AC2-C4581EDBB181}" srcOrd="0" destOrd="0" presId="urn:microsoft.com/office/officeart/2008/layout/LinedList"/>
    <dgm:cxn modelId="{F1DEAEB5-A345-9C4A-9A9E-E3897E91EA49}" type="presOf" srcId="{7471C177-BF1D-4DC5-B488-14A01A49DCB0}" destId="{D321C56E-802B-6345-A76E-02CE9979D0BE}" srcOrd="0" destOrd="0" presId="urn:microsoft.com/office/officeart/2008/layout/LinedList"/>
    <dgm:cxn modelId="{655D55BD-F1F8-DE4E-991A-FBEA34EF7878}" type="presOf" srcId="{2721411C-F84A-4783-A13A-DAC1DC92E01F}" destId="{08612E60-BE3A-CB40-B3CD-308AC064CED8}" srcOrd="0" destOrd="0" presId="urn:microsoft.com/office/officeart/2008/layout/LinedList"/>
    <dgm:cxn modelId="{BCA42DD2-0A00-8040-A317-E4FEC6210CC4}" type="presOf" srcId="{A85E22C8-33AB-4A70-9550-0729DBCCFA2F}" destId="{AAB1B700-80FA-6842-B5C7-0173F60FE5E1}" srcOrd="0" destOrd="0" presId="urn:microsoft.com/office/officeart/2008/layout/LinedList"/>
    <dgm:cxn modelId="{BEE659D7-E730-4A9C-BEC8-CCC9335C343E}" srcId="{A85E22C8-33AB-4A70-9550-0729DBCCFA2F}" destId="{945C9DB9-BF4A-4277-B2C0-7796A684870A}" srcOrd="3" destOrd="0" parTransId="{2C83023D-C6CE-4BEA-8AE4-1C5F8B6B6C2B}" sibTransId="{122ACC61-81EA-4EF5-96D5-E4BA11E59B4A}"/>
    <dgm:cxn modelId="{BA78A2D8-CCD9-4C49-9F1A-BD62B2E0B8D5}" srcId="{A85E22C8-33AB-4A70-9550-0729DBCCFA2F}" destId="{7471C177-BF1D-4DC5-B488-14A01A49DCB0}" srcOrd="4" destOrd="0" parTransId="{A779D947-1FE9-403F-A88B-E7CF7BCE1B12}" sibTransId="{0884A917-1733-47E5-A40A-6A55515A570D}"/>
    <dgm:cxn modelId="{C5B50B0A-173E-334F-B9F4-6E7FBEB0B5FA}" type="presParOf" srcId="{AAB1B700-80FA-6842-B5C7-0173F60FE5E1}" destId="{139AE0CA-9717-4040-9789-9D269AF8C3B6}" srcOrd="0" destOrd="0" presId="urn:microsoft.com/office/officeart/2008/layout/LinedList"/>
    <dgm:cxn modelId="{B78F60D2-0011-B44C-A94F-FFD044B69FD0}" type="presParOf" srcId="{AAB1B700-80FA-6842-B5C7-0173F60FE5E1}" destId="{7E93D906-92C4-5542-8F86-6B044EBDBF8C}" srcOrd="1" destOrd="0" presId="urn:microsoft.com/office/officeart/2008/layout/LinedList"/>
    <dgm:cxn modelId="{705A3816-51F3-1A48-99E4-B9A64242856A}" type="presParOf" srcId="{7E93D906-92C4-5542-8F86-6B044EBDBF8C}" destId="{CC5CC4FB-28D3-3141-BD3D-2F07357D4EB6}" srcOrd="0" destOrd="0" presId="urn:microsoft.com/office/officeart/2008/layout/LinedList"/>
    <dgm:cxn modelId="{6B26D735-5F04-8240-80CC-F035A8FA5091}" type="presParOf" srcId="{7E93D906-92C4-5542-8F86-6B044EBDBF8C}" destId="{9E0A0513-10EE-4644-84C7-CD738370EFD0}" srcOrd="1" destOrd="0" presId="urn:microsoft.com/office/officeart/2008/layout/LinedList"/>
    <dgm:cxn modelId="{ACD84339-BC52-FD4C-A3DF-E94E8EFE0F9D}" type="presParOf" srcId="{AAB1B700-80FA-6842-B5C7-0173F60FE5E1}" destId="{F9AB96CB-5436-D443-80E5-B2CC3E9A638E}" srcOrd="2" destOrd="0" presId="urn:microsoft.com/office/officeart/2008/layout/LinedList"/>
    <dgm:cxn modelId="{741EBDC0-07A5-6743-B01A-92AB4549479C}" type="presParOf" srcId="{AAB1B700-80FA-6842-B5C7-0173F60FE5E1}" destId="{F42AE76A-564E-4A43-88A4-E02C524103E9}" srcOrd="3" destOrd="0" presId="urn:microsoft.com/office/officeart/2008/layout/LinedList"/>
    <dgm:cxn modelId="{259FC5B5-6D86-264A-A96A-4C8E3F7D1FB4}" type="presParOf" srcId="{F42AE76A-564E-4A43-88A4-E02C524103E9}" destId="{08612E60-BE3A-CB40-B3CD-308AC064CED8}" srcOrd="0" destOrd="0" presId="urn:microsoft.com/office/officeart/2008/layout/LinedList"/>
    <dgm:cxn modelId="{A5F90EB0-BC5B-A64F-ACB3-6DA3C1F3D222}" type="presParOf" srcId="{F42AE76A-564E-4A43-88A4-E02C524103E9}" destId="{AA8912F7-E542-EC4C-A5C0-261F51B34E09}" srcOrd="1" destOrd="0" presId="urn:microsoft.com/office/officeart/2008/layout/LinedList"/>
    <dgm:cxn modelId="{D80A50B5-A3E4-A646-B907-51F0C37F1BF1}" type="presParOf" srcId="{AAB1B700-80FA-6842-B5C7-0173F60FE5E1}" destId="{47E9CE12-F97E-E34A-AF5B-23D6022B5220}" srcOrd="4" destOrd="0" presId="urn:microsoft.com/office/officeart/2008/layout/LinedList"/>
    <dgm:cxn modelId="{DD62566F-2C99-B447-9CE5-5734678BE01E}" type="presParOf" srcId="{AAB1B700-80FA-6842-B5C7-0173F60FE5E1}" destId="{E31758A8-F714-1E45-A29C-04D1F4184D1C}" srcOrd="5" destOrd="0" presId="urn:microsoft.com/office/officeart/2008/layout/LinedList"/>
    <dgm:cxn modelId="{838D9AB0-D998-A84F-B119-153E734095D0}" type="presParOf" srcId="{E31758A8-F714-1E45-A29C-04D1F4184D1C}" destId="{72443EDE-81EF-F047-8AC2-C4581EDBB181}" srcOrd="0" destOrd="0" presId="urn:microsoft.com/office/officeart/2008/layout/LinedList"/>
    <dgm:cxn modelId="{1ED95170-F74E-2F40-9545-BD4BA4E350E5}" type="presParOf" srcId="{E31758A8-F714-1E45-A29C-04D1F4184D1C}" destId="{BEA88D15-38AF-9B47-A4AF-6B7D0678C75B}" srcOrd="1" destOrd="0" presId="urn:microsoft.com/office/officeart/2008/layout/LinedList"/>
    <dgm:cxn modelId="{6C179FF3-889B-6943-9892-89FD46632A9C}" type="presParOf" srcId="{AAB1B700-80FA-6842-B5C7-0173F60FE5E1}" destId="{EB76318C-B87A-524B-88FE-4FE2CD8DB80C}" srcOrd="6" destOrd="0" presId="urn:microsoft.com/office/officeart/2008/layout/LinedList"/>
    <dgm:cxn modelId="{E0FF848A-FB78-5E46-82BE-02414D489F7E}" type="presParOf" srcId="{AAB1B700-80FA-6842-B5C7-0173F60FE5E1}" destId="{A470DDD7-26E8-8844-B6BF-22156C6BA515}" srcOrd="7" destOrd="0" presId="urn:microsoft.com/office/officeart/2008/layout/LinedList"/>
    <dgm:cxn modelId="{5572D52C-6660-D642-B018-602567898192}" type="presParOf" srcId="{A470DDD7-26E8-8844-B6BF-22156C6BA515}" destId="{68E49716-7623-4249-8CCE-C0E8E7D67D1D}" srcOrd="0" destOrd="0" presId="urn:microsoft.com/office/officeart/2008/layout/LinedList"/>
    <dgm:cxn modelId="{B4B0373E-B72F-5E4A-957F-5EB59E934E23}" type="presParOf" srcId="{A470DDD7-26E8-8844-B6BF-22156C6BA515}" destId="{17A6BD0B-419B-5240-ACCA-BE807AA74391}" srcOrd="1" destOrd="0" presId="urn:microsoft.com/office/officeart/2008/layout/LinedList"/>
    <dgm:cxn modelId="{7BB1CE36-F629-0B47-954A-A65173D87B9D}" type="presParOf" srcId="{AAB1B700-80FA-6842-B5C7-0173F60FE5E1}" destId="{094843E7-5602-8A48-81C4-5C1C3A96D7C6}" srcOrd="8" destOrd="0" presId="urn:microsoft.com/office/officeart/2008/layout/LinedList"/>
    <dgm:cxn modelId="{D56183BC-7930-2B4B-97B1-7261147B5479}" type="presParOf" srcId="{AAB1B700-80FA-6842-B5C7-0173F60FE5E1}" destId="{EADB0DC5-6238-1044-B29B-5A86C72FEE09}" srcOrd="9" destOrd="0" presId="urn:microsoft.com/office/officeart/2008/layout/LinedList"/>
    <dgm:cxn modelId="{1895DAE8-90A4-AD44-9913-8E5FE480E7D0}" type="presParOf" srcId="{EADB0DC5-6238-1044-B29B-5A86C72FEE09}" destId="{D321C56E-802B-6345-A76E-02CE9979D0BE}" srcOrd="0" destOrd="0" presId="urn:microsoft.com/office/officeart/2008/layout/LinedList"/>
    <dgm:cxn modelId="{19FB3924-2764-9642-A914-C6AA2F91652F}" type="presParOf" srcId="{EADB0DC5-6238-1044-B29B-5A86C72FEE09}" destId="{70E70FF7-9017-654E-A457-A8BC737B24C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6A65AA3-CA8F-4924-ACE2-94C11EB09E31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719B8DDD-50F6-4E94-A47C-22C3E244133E}">
      <dgm:prSet/>
      <dgm:spPr/>
      <dgm:t>
        <a:bodyPr/>
        <a:lstStyle/>
        <a:p>
          <a:r>
            <a:rPr lang="en-US" b="0" i="0" baseline="0"/>
            <a:t>DEFLATE's output is a </a:t>
          </a:r>
          <a:r>
            <a:rPr lang="en-US" b="1" i="0" baseline="0"/>
            <a:t>bit-stream</a:t>
          </a:r>
          <a:r>
            <a:rPr lang="en-US" b="0" i="0" baseline="0"/>
            <a:t>. The CPU has to do complex math to read every single bit. This is </a:t>
          </a:r>
          <a:r>
            <a:rPr lang="en-US" b="1" i="0" baseline="0"/>
            <a:t>slow</a:t>
          </a:r>
          <a:r>
            <a:rPr lang="en-US" b="0" i="0" baseline="0"/>
            <a:t>.</a:t>
          </a:r>
          <a:endParaRPr lang="en-US"/>
        </a:p>
      </dgm:t>
    </dgm:pt>
    <dgm:pt modelId="{131A034A-7AA0-4C8B-B2EE-2AAE75488B16}" type="parTrans" cxnId="{A55A75E3-2DA7-4EE8-9A03-58A5416C7027}">
      <dgm:prSet/>
      <dgm:spPr/>
      <dgm:t>
        <a:bodyPr/>
        <a:lstStyle/>
        <a:p>
          <a:endParaRPr lang="en-US"/>
        </a:p>
      </dgm:t>
    </dgm:pt>
    <dgm:pt modelId="{DA5FE1BA-1967-4C96-A535-F765E8007F77}" type="sibTrans" cxnId="{A55A75E3-2DA7-4EE8-9A03-58A5416C7027}">
      <dgm:prSet/>
      <dgm:spPr/>
      <dgm:t>
        <a:bodyPr/>
        <a:lstStyle/>
        <a:p>
          <a:endParaRPr lang="en-US"/>
        </a:p>
      </dgm:t>
    </dgm:pt>
    <dgm:pt modelId="{44B96B62-00F5-41D7-90E4-38FE8ACBD328}">
      <dgm:prSet/>
      <dgm:spPr/>
      <dgm:t>
        <a:bodyPr/>
        <a:lstStyle/>
        <a:p>
          <a:r>
            <a:rPr lang="en-US" b="0" i="0" baseline="0"/>
            <a:t>Snappy's output is a </a:t>
          </a:r>
          <a:r>
            <a:rPr lang="en-US" b="1" i="0" baseline="0"/>
            <a:t>byte-stream</a:t>
          </a:r>
          <a:r>
            <a:rPr lang="en-US" b="0" i="0" baseline="0"/>
            <a:t>. The CPU can read it using simple, fast memory copies. This is </a:t>
          </a:r>
          <a:r>
            <a:rPr lang="en-US" b="1" i="0" baseline="0"/>
            <a:t>extremely fast</a:t>
          </a:r>
          <a:r>
            <a:rPr lang="en-US" b="0" i="0" baseline="0"/>
            <a:t>.</a:t>
          </a:r>
          <a:endParaRPr lang="en-US"/>
        </a:p>
      </dgm:t>
    </dgm:pt>
    <dgm:pt modelId="{A25A2F87-7A21-459A-A5C7-F8B7E66C61CC}" type="parTrans" cxnId="{C7B97864-0B83-407A-8113-EC15B83F1067}">
      <dgm:prSet/>
      <dgm:spPr/>
      <dgm:t>
        <a:bodyPr/>
        <a:lstStyle/>
        <a:p>
          <a:endParaRPr lang="en-US"/>
        </a:p>
      </dgm:t>
    </dgm:pt>
    <dgm:pt modelId="{28DFED92-A1C6-4178-AE86-2F00AB57A76D}" type="sibTrans" cxnId="{C7B97864-0B83-407A-8113-EC15B83F1067}">
      <dgm:prSet/>
      <dgm:spPr/>
      <dgm:t>
        <a:bodyPr/>
        <a:lstStyle/>
        <a:p>
          <a:endParaRPr lang="en-US"/>
        </a:p>
      </dgm:t>
    </dgm:pt>
    <dgm:pt modelId="{74CE1A66-F97F-4B1C-973B-1833A09282F5}">
      <dgm:prSet/>
      <dgm:spPr/>
      <dgm:t>
        <a:bodyPr/>
        <a:lstStyle/>
        <a:p>
          <a:r>
            <a:rPr lang="en-US" b="1" i="0" baseline="0"/>
            <a:t>Our Justification:</a:t>
          </a:r>
          <a:r>
            <a:rPr lang="en-US" b="0" i="0" baseline="0"/>
            <a:t> In e-commerce, we are </a:t>
          </a:r>
          <a:r>
            <a:rPr lang="en-US" b="1" i="0" baseline="0"/>
            <a:t>NOT</a:t>
          </a:r>
          <a:r>
            <a:rPr lang="en-US" b="0" i="0" baseline="0"/>
            <a:t> limited by disk space (which is cheap). We </a:t>
          </a:r>
          <a:r>
            <a:rPr lang="en-US" b="1" i="0" baseline="0"/>
            <a:t>ARE</a:t>
          </a:r>
          <a:r>
            <a:rPr lang="en-US" b="0" i="0" baseline="0"/>
            <a:t> limited by CPU time and user patience (which are expensive).</a:t>
          </a:r>
          <a:endParaRPr lang="en-US"/>
        </a:p>
      </dgm:t>
    </dgm:pt>
    <dgm:pt modelId="{CB39C0F5-6AA3-42EC-9AB5-D257BBDCB024}" type="parTrans" cxnId="{AEA789FC-9D49-401B-8FB3-005DD1308BD4}">
      <dgm:prSet/>
      <dgm:spPr/>
      <dgm:t>
        <a:bodyPr/>
        <a:lstStyle/>
        <a:p>
          <a:endParaRPr lang="en-US"/>
        </a:p>
      </dgm:t>
    </dgm:pt>
    <dgm:pt modelId="{C3F3CA22-1053-4132-A730-778780950556}" type="sibTrans" cxnId="{AEA789FC-9D49-401B-8FB3-005DD1308BD4}">
      <dgm:prSet/>
      <dgm:spPr/>
      <dgm:t>
        <a:bodyPr/>
        <a:lstStyle/>
        <a:p>
          <a:endParaRPr lang="en-US"/>
        </a:p>
      </dgm:t>
    </dgm:pt>
    <dgm:pt modelId="{1C413D10-ECD0-4A38-A1D0-3C1E6B51C765}">
      <dgm:prSet/>
      <dgm:spPr/>
      <dgm:t>
        <a:bodyPr/>
        <a:lstStyle/>
        <a:p>
          <a:r>
            <a:rPr lang="en-US" b="0" i="0" baseline="0"/>
            <a:t>We are making a deliberate trade: We accept a slightly larger file to gain a massive improvement in performance.</a:t>
          </a:r>
          <a:endParaRPr lang="en-US"/>
        </a:p>
      </dgm:t>
    </dgm:pt>
    <dgm:pt modelId="{0D7984AF-A764-4236-AFFB-EA58B986A4CD}" type="parTrans" cxnId="{10066F77-EDDB-49F6-AD67-2A78D7862AA5}">
      <dgm:prSet/>
      <dgm:spPr/>
      <dgm:t>
        <a:bodyPr/>
        <a:lstStyle/>
        <a:p>
          <a:endParaRPr lang="en-US"/>
        </a:p>
      </dgm:t>
    </dgm:pt>
    <dgm:pt modelId="{BD4457A0-78E5-4CF5-BEBA-CE0B356F1C3E}" type="sibTrans" cxnId="{10066F77-EDDB-49F6-AD67-2A78D7862AA5}">
      <dgm:prSet/>
      <dgm:spPr/>
      <dgm:t>
        <a:bodyPr/>
        <a:lstStyle/>
        <a:p>
          <a:endParaRPr lang="en-US"/>
        </a:p>
      </dgm:t>
    </dgm:pt>
    <dgm:pt modelId="{487649CD-C2A6-4AEE-9B2D-CEE36159EB33}" type="pres">
      <dgm:prSet presAssocID="{D6A65AA3-CA8F-4924-ACE2-94C11EB09E31}" presName="root" presStyleCnt="0">
        <dgm:presLayoutVars>
          <dgm:dir/>
          <dgm:resizeHandles val="exact"/>
        </dgm:presLayoutVars>
      </dgm:prSet>
      <dgm:spPr/>
    </dgm:pt>
    <dgm:pt modelId="{325FD18C-9ECC-4451-ABDC-48CEA21CB9AC}" type="pres">
      <dgm:prSet presAssocID="{D6A65AA3-CA8F-4924-ACE2-94C11EB09E31}" presName="container" presStyleCnt="0">
        <dgm:presLayoutVars>
          <dgm:dir/>
          <dgm:resizeHandles val="exact"/>
        </dgm:presLayoutVars>
      </dgm:prSet>
      <dgm:spPr/>
    </dgm:pt>
    <dgm:pt modelId="{28D79CC4-BE3C-4415-8AEC-1282790ACB1D}" type="pres">
      <dgm:prSet presAssocID="{719B8DDD-50F6-4E94-A47C-22C3E244133E}" presName="compNode" presStyleCnt="0"/>
      <dgm:spPr/>
    </dgm:pt>
    <dgm:pt modelId="{FD633617-F283-4FD7-ACD8-27511AD93456}" type="pres">
      <dgm:prSet presAssocID="{719B8DDD-50F6-4E94-A47C-22C3E244133E}" presName="iconBgRect" presStyleLbl="bgShp" presStyleIdx="0" presStyleCnt="4"/>
      <dgm:spPr/>
    </dgm:pt>
    <dgm:pt modelId="{F80DE507-FF2A-4213-B91E-17D52EC27DA6}" type="pres">
      <dgm:prSet presAssocID="{719B8DDD-50F6-4E94-A47C-22C3E244133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700281B7-454F-4F8D-9F9B-D6C735130476}" type="pres">
      <dgm:prSet presAssocID="{719B8DDD-50F6-4E94-A47C-22C3E244133E}" presName="spaceRect" presStyleCnt="0"/>
      <dgm:spPr/>
    </dgm:pt>
    <dgm:pt modelId="{C82A8CA3-1B4F-47E4-A144-99F501429357}" type="pres">
      <dgm:prSet presAssocID="{719B8DDD-50F6-4E94-A47C-22C3E244133E}" presName="textRect" presStyleLbl="revTx" presStyleIdx="0" presStyleCnt="4">
        <dgm:presLayoutVars>
          <dgm:chMax val="1"/>
          <dgm:chPref val="1"/>
        </dgm:presLayoutVars>
      </dgm:prSet>
      <dgm:spPr/>
    </dgm:pt>
    <dgm:pt modelId="{1A86E970-08A6-452E-BE83-8B1F4327F22A}" type="pres">
      <dgm:prSet presAssocID="{DA5FE1BA-1967-4C96-A535-F765E8007F77}" presName="sibTrans" presStyleLbl="sibTrans2D1" presStyleIdx="0" presStyleCnt="0"/>
      <dgm:spPr/>
    </dgm:pt>
    <dgm:pt modelId="{FD1DDAB4-F65D-46A1-95FF-6375B5C180E5}" type="pres">
      <dgm:prSet presAssocID="{44B96B62-00F5-41D7-90E4-38FE8ACBD328}" presName="compNode" presStyleCnt="0"/>
      <dgm:spPr/>
    </dgm:pt>
    <dgm:pt modelId="{077BA195-2A8A-4BB6-8ED7-6CE5FF22FB33}" type="pres">
      <dgm:prSet presAssocID="{44B96B62-00F5-41D7-90E4-38FE8ACBD328}" presName="iconBgRect" presStyleLbl="bgShp" presStyleIdx="1" presStyleCnt="4"/>
      <dgm:spPr/>
    </dgm:pt>
    <dgm:pt modelId="{4BA3F726-B738-48EF-946C-BDE55280120B}" type="pres">
      <dgm:prSet presAssocID="{44B96B62-00F5-41D7-90E4-38FE8ACBD32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8C967D6-DB05-409A-9EB7-C46562DA156F}" type="pres">
      <dgm:prSet presAssocID="{44B96B62-00F5-41D7-90E4-38FE8ACBD328}" presName="spaceRect" presStyleCnt="0"/>
      <dgm:spPr/>
    </dgm:pt>
    <dgm:pt modelId="{CA33A4B3-64CB-4A9B-B634-69A039333A22}" type="pres">
      <dgm:prSet presAssocID="{44B96B62-00F5-41D7-90E4-38FE8ACBD328}" presName="textRect" presStyleLbl="revTx" presStyleIdx="1" presStyleCnt="4">
        <dgm:presLayoutVars>
          <dgm:chMax val="1"/>
          <dgm:chPref val="1"/>
        </dgm:presLayoutVars>
      </dgm:prSet>
      <dgm:spPr/>
    </dgm:pt>
    <dgm:pt modelId="{AEBA7E91-95DB-4533-ABAB-8293AA203F5D}" type="pres">
      <dgm:prSet presAssocID="{28DFED92-A1C6-4178-AE86-2F00AB57A76D}" presName="sibTrans" presStyleLbl="sibTrans2D1" presStyleIdx="0" presStyleCnt="0"/>
      <dgm:spPr/>
    </dgm:pt>
    <dgm:pt modelId="{DE831A24-312E-46CB-B7D3-947514E9DCAA}" type="pres">
      <dgm:prSet presAssocID="{74CE1A66-F97F-4B1C-973B-1833A09282F5}" presName="compNode" presStyleCnt="0"/>
      <dgm:spPr/>
    </dgm:pt>
    <dgm:pt modelId="{1D1ADBFD-8448-44E0-ADBE-48D5B03B74CD}" type="pres">
      <dgm:prSet presAssocID="{74CE1A66-F97F-4B1C-973B-1833A09282F5}" presName="iconBgRect" presStyleLbl="bgShp" presStyleIdx="2" presStyleCnt="4"/>
      <dgm:spPr/>
    </dgm:pt>
    <dgm:pt modelId="{7FB60735-D0FF-4624-ADA1-EFE8AADF81B6}" type="pres">
      <dgm:prSet presAssocID="{74CE1A66-F97F-4B1C-973B-1833A09282F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BCC3BA78-C0D7-4DCA-AB73-E991B38ADF47}" type="pres">
      <dgm:prSet presAssocID="{74CE1A66-F97F-4B1C-973B-1833A09282F5}" presName="spaceRect" presStyleCnt="0"/>
      <dgm:spPr/>
    </dgm:pt>
    <dgm:pt modelId="{C8FF4355-E9C2-447D-A9F6-2AA110842E71}" type="pres">
      <dgm:prSet presAssocID="{74CE1A66-F97F-4B1C-973B-1833A09282F5}" presName="textRect" presStyleLbl="revTx" presStyleIdx="2" presStyleCnt="4">
        <dgm:presLayoutVars>
          <dgm:chMax val="1"/>
          <dgm:chPref val="1"/>
        </dgm:presLayoutVars>
      </dgm:prSet>
      <dgm:spPr/>
    </dgm:pt>
    <dgm:pt modelId="{2D3C02A6-BCCA-4E95-99E7-BB6F3047E774}" type="pres">
      <dgm:prSet presAssocID="{C3F3CA22-1053-4132-A730-778780950556}" presName="sibTrans" presStyleLbl="sibTrans2D1" presStyleIdx="0" presStyleCnt="0"/>
      <dgm:spPr/>
    </dgm:pt>
    <dgm:pt modelId="{A0D9F70A-43AA-41FD-8F28-C6598BD3C269}" type="pres">
      <dgm:prSet presAssocID="{1C413D10-ECD0-4A38-A1D0-3C1E6B51C765}" presName="compNode" presStyleCnt="0"/>
      <dgm:spPr/>
    </dgm:pt>
    <dgm:pt modelId="{8E8476A1-FEA7-4297-84F6-52DFA5BFF338}" type="pres">
      <dgm:prSet presAssocID="{1C413D10-ECD0-4A38-A1D0-3C1E6B51C765}" presName="iconBgRect" presStyleLbl="bgShp" presStyleIdx="3" presStyleCnt="4"/>
      <dgm:spPr/>
    </dgm:pt>
    <dgm:pt modelId="{268D3D97-E0E6-4E28-9E3C-213CC29267E2}" type="pres">
      <dgm:prSet presAssocID="{1C413D10-ECD0-4A38-A1D0-3C1E6B51C76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4BD9E586-7509-4B99-BB3A-BB88270CAB77}" type="pres">
      <dgm:prSet presAssocID="{1C413D10-ECD0-4A38-A1D0-3C1E6B51C765}" presName="spaceRect" presStyleCnt="0"/>
      <dgm:spPr/>
    </dgm:pt>
    <dgm:pt modelId="{B0F1A2FC-0FAD-4FFE-942C-A0D651744D3D}" type="pres">
      <dgm:prSet presAssocID="{1C413D10-ECD0-4A38-A1D0-3C1E6B51C76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53FE515-A26E-40CA-BA1C-FD6C00FE04E1}" type="presOf" srcId="{74CE1A66-F97F-4B1C-973B-1833A09282F5}" destId="{C8FF4355-E9C2-447D-A9F6-2AA110842E71}" srcOrd="0" destOrd="0" presId="urn:microsoft.com/office/officeart/2018/2/layout/IconCircleList"/>
    <dgm:cxn modelId="{E0A7443A-DEE7-45E8-BFEC-6B73CD17595C}" type="presOf" srcId="{D6A65AA3-CA8F-4924-ACE2-94C11EB09E31}" destId="{487649CD-C2A6-4AEE-9B2D-CEE36159EB33}" srcOrd="0" destOrd="0" presId="urn:microsoft.com/office/officeart/2018/2/layout/IconCircleList"/>
    <dgm:cxn modelId="{8935AD48-853E-4C6A-AF1A-51210483D7A7}" type="presOf" srcId="{C3F3CA22-1053-4132-A730-778780950556}" destId="{2D3C02A6-BCCA-4E95-99E7-BB6F3047E774}" srcOrd="0" destOrd="0" presId="urn:microsoft.com/office/officeart/2018/2/layout/IconCircleList"/>
    <dgm:cxn modelId="{C76CB94B-3BC7-41EF-8178-B3789310D57D}" type="presOf" srcId="{44B96B62-00F5-41D7-90E4-38FE8ACBD328}" destId="{CA33A4B3-64CB-4A9B-B634-69A039333A22}" srcOrd="0" destOrd="0" presId="urn:microsoft.com/office/officeart/2018/2/layout/IconCircleList"/>
    <dgm:cxn modelId="{C7B97864-0B83-407A-8113-EC15B83F1067}" srcId="{D6A65AA3-CA8F-4924-ACE2-94C11EB09E31}" destId="{44B96B62-00F5-41D7-90E4-38FE8ACBD328}" srcOrd="1" destOrd="0" parTransId="{A25A2F87-7A21-459A-A5C7-F8B7E66C61CC}" sibTransId="{28DFED92-A1C6-4178-AE86-2F00AB57A76D}"/>
    <dgm:cxn modelId="{10066F77-EDDB-49F6-AD67-2A78D7862AA5}" srcId="{D6A65AA3-CA8F-4924-ACE2-94C11EB09E31}" destId="{1C413D10-ECD0-4A38-A1D0-3C1E6B51C765}" srcOrd="3" destOrd="0" parTransId="{0D7984AF-A764-4236-AFFB-EA58B986A4CD}" sibTransId="{BD4457A0-78E5-4CF5-BEBA-CE0B356F1C3E}"/>
    <dgm:cxn modelId="{98BBFC7A-CACB-411E-8FA1-D243420AFB7B}" type="presOf" srcId="{DA5FE1BA-1967-4C96-A535-F765E8007F77}" destId="{1A86E970-08A6-452E-BE83-8B1F4327F22A}" srcOrd="0" destOrd="0" presId="urn:microsoft.com/office/officeart/2018/2/layout/IconCircleList"/>
    <dgm:cxn modelId="{AA4DA283-72FA-44B4-8A30-2105C7C74ABA}" type="presOf" srcId="{1C413D10-ECD0-4A38-A1D0-3C1E6B51C765}" destId="{B0F1A2FC-0FAD-4FFE-942C-A0D651744D3D}" srcOrd="0" destOrd="0" presId="urn:microsoft.com/office/officeart/2018/2/layout/IconCircleList"/>
    <dgm:cxn modelId="{0EA135C5-3DFE-41A1-8BC8-5C50C60939C5}" type="presOf" srcId="{28DFED92-A1C6-4178-AE86-2F00AB57A76D}" destId="{AEBA7E91-95DB-4533-ABAB-8293AA203F5D}" srcOrd="0" destOrd="0" presId="urn:microsoft.com/office/officeart/2018/2/layout/IconCircleList"/>
    <dgm:cxn modelId="{A55A75E3-2DA7-4EE8-9A03-58A5416C7027}" srcId="{D6A65AA3-CA8F-4924-ACE2-94C11EB09E31}" destId="{719B8DDD-50F6-4E94-A47C-22C3E244133E}" srcOrd="0" destOrd="0" parTransId="{131A034A-7AA0-4C8B-B2EE-2AAE75488B16}" sibTransId="{DA5FE1BA-1967-4C96-A535-F765E8007F77}"/>
    <dgm:cxn modelId="{9576CBEE-A30F-495E-969E-BE1D1C3B06EF}" type="presOf" srcId="{719B8DDD-50F6-4E94-A47C-22C3E244133E}" destId="{C82A8CA3-1B4F-47E4-A144-99F501429357}" srcOrd="0" destOrd="0" presId="urn:microsoft.com/office/officeart/2018/2/layout/IconCircleList"/>
    <dgm:cxn modelId="{AEA789FC-9D49-401B-8FB3-005DD1308BD4}" srcId="{D6A65AA3-CA8F-4924-ACE2-94C11EB09E31}" destId="{74CE1A66-F97F-4B1C-973B-1833A09282F5}" srcOrd="2" destOrd="0" parTransId="{CB39C0F5-6AA3-42EC-9AB5-D257BBDCB024}" sibTransId="{C3F3CA22-1053-4132-A730-778780950556}"/>
    <dgm:cxn modelId="{D76CE2E0-C7FC-4694-B464-8AA30AAF4293}" type="presParOf" srcId="{487649CD-C2A6-4AEE-9B2D-CEE36159EB33}" destId="{325FD18C-9ECC-4451-ABDC-48CEA21CB9AC}" srcOrd="0" destOrd="0" presId="urn:microsoft.com/office/officeart/2018/2/layout/IconCircleList"/>
    <dgm:cxn modelId="{F056F840-0FA9-440C-BC47-284DA95B6C87}" type="presParOf" srcId="{325FD18C-9ECC-4451-ABDC-48CEA21CB9AC}" destId="{28D79CC4-BE3C-4415-8AEC-1282790ACB1D}" srcOrd="0" destOrd="0" presId="urn:microsoft.com/office/officeart/2018/2/layout/IconCircleList"/>
    <dgm:cxn modelId="{FB7C2D9B-6CAD-445E-B18D-AB4CFC839EF6}" type="presParOf" srcId="{28D79CC4-BE3C-4415-8AEC-1282790ACB1D}" destId="{FD633617-F283-4FD7-ACD8-27511AD93456}" srcOrd="0" destOrd="0" presId="urn:microsoft.com/office/officeart/2018/2/layout/IconCircleList"/>
    <dgm:cxn modelId="{532EEC40-DDD5-437F-8719-ADE2BB432D94}" type="presParOf" srcId="{28D79CC4-BE3C-4415-8AEC-1282790ACB1D}" destId="{F80DE507-FF2A-4213-B91E-17D52EC27DA6}" srcOrd="1" destOrd="0" presId="urn:microsoft.com/office/officeart/2018/2/layout/IconCircleList"/>
    <dgm:cxn modelId="{CA12F1FD-81ED-4744-8A4C-362AE8789A90}" type="presParOf" srcId="{28D79CC4-BE3C-4415-8AEC-1282790ACB1D}" destId="{700281B7-454F-4F8D-9F9B-D6C735130476}" srcOrd="2" destOrd="0" presId="urn:microsoft.com/office/officeart/2018/2/layout/IconCircleList"/>
    <dgm:cxn modelId="{2BB0ED0B-60D0-4CD6-A857-C98BD59B1374}" type="presParOf" srcId="{28D79CC4-BE3C-4415-8AEC-1282790ACB1D}" destId="{C82A8CA3-1B4F-47E4-A144-99F501429357}" srcOrd="3" destOrd="0" presId="urn:microsoft.com/office/officeart/2018/2/layout/IconCircleList"/>
    <dgm:cxn modelId="{919F3BEB-8FFC-4F8F-9636-A7E9F0581A19}" type="presParOf" srcId="{325FD18C-9ECC-4451-ABDC-48CEA21CB9AC}" destId="{1A86E970-08A6-452E-BE83-8B1F4327F22A}" srcOrd="1" destOrd="0" presId="urn:microsoft.com/office/officeart/2018/2/layout/IconCircleList"/>
    <dgm:cxn modelId="{E63A3760-2DD3-4308-BFDF-CEE8CC56A989}" type="presParOf" srcId="{325FD18C-9ECC-4451-ABDC-48CEA21CB9AC}" destId="{FD1DDAB4-F65D-46A1-95FF-6375B5C180E5}" srcOrd="2" destOrd="0" presId="urn:microsoft.com/office/officeart/2018/2/layout/IconCircleList"/>
    <dgm:cxn modelId="{1E6DE84E-CFBF-4B25-A2CB-D4B427270972}" type="presParOf" srcId="{FD1DDAB4-F65D-46A1-95FF-6375B5C180E5}" destId="{077BA195-2A8A-4BB6-8ED7-6CE5FF22FB33}" srcOrd="0" destOrd="0" presId="urn:microsoft.com/office/officeart/2018/2/layout/IconCircleList"/>
    <dgm:cxn modelId="{0F70CDCB-C7FC-4CA0-B20E-3F9C7E8C5D40}" type="presParOf" srcId="{FD1DDAB4-F65D-46A1-95FF-6375B5C180E5}" destId="{4BA3F726-B738-48EF-946C-BDE55280120B}" srcOrd="1" destOrd="0" presId="urn:microsoft.com/office/officeart/2018/2/layout/IconCircleList"/>
    <dgm:cxn modelId="{00B0E44D-B1E4-4633-9877-28519F872DF3}" type="presParOf" srcId="{FD1DDAB4-F65D-46A1-95FF-6375B5C180E5}" destId="{68C967D6-DB05-409A-9EB7-C46562DA156F}" srcOrd="2" destOrd="0" presId="urn:microsoft.com/office/officeart/2018/2/layout/IconCircleList"/>
    <dgm:cxn modelId="{02228499-BA6C-47C8-98A7-0EC7C5C255B9}" type="presParOf" srcId="{FD1DDAB4-F65D-46A1-95FF-6375B5C180E5}" destId="{CA33A4B3-64CB-4A9B-B634-69A039333A22}" srcOrd="3" destOrd="0" presId="urn:microsoft.com/office/officeart/2018/2/layout/IconCircleList"/>
    <dgm:cxn modelId="{92FB7D43-41B6-4546-AAC0-AC8E100FAE60}" type="presParOf" srcId="{325FD18C-9ECC-4451-ABDC-48CEA21CB9AC}" destId="{AEBA7E91-95DB-4533-ABAB-8293AA203F5D}" srcOrd="3" destOrd="0" presId="urn:microsoft.com/office/officeart/2018/2/layout/IconCircleList"/>
    <dgm:cxn modelId="{8389D6C6-6134-46C7-B2FB-E0E1CA788F51}" type="presParOf" srcId="{325FD18C-9ECC-4451-ABDC-48CEA21CB9AC}" destId="{DE831A24-312E-46CB-B7D3-947514E9DCAA}" srcOrd="4" destOrd="0" presId="urn:microsoft.com/office/officeart/2018/2/layout/IconCircleList"/>
    <dgm:cxn modelId="{6EC056B4-6237-4B2C-9387-B08DE26A96C4}" type="presParOf" srcId="{DE831A24-312E-46CB-B7D3-947514E9DCAA}" destId="{1D1ADBFD-8448-44E0-ADBE-48D5B03B74CD}" srcOrd="0" destOrd="0" presId="urn:microsoft.com/office/officeart/2018/2/layout/IconCircleList"/>
    <dgm:cxn modelId="{91FE2C0C-5826-43C6-AC2A-73542CF35F9B}" type="presParOf" srcId="{DE831A24-312E-46CB-B7D3-947514E9DCAA}" destId="{7FB60735-D0FF-4624-ADA1-EFE8AADF81B6}" srcOrd="1" destOrd="0" presId="urn:microsoft.com/office/officeart/2018/2/layout/IconCircleList"/>
    <dgm:cxn modelId="{CFFB9418-E45D-4A2F-AAB0-4D8C0ADED4E1}" type="presParOf" srcId="{DE831A24-312E-46CB-B7D3-947514E9DCAA}" destId="{BCC3BA78-C0D7-4DCA-AB73-E991B38ADF47}" srcOrd="2" destOrd="0" presId="urn:microsoft.com/office/officeart/2018/2/layout/IconCircleList"/>
    <dgm:cxn modelId="{558CDDCF-17EA-4F0B-8590-A037B8FE7F44}" type="presParOf" srcId="{DE831A24-312E-46CB-B7D3-947514E9DCAA}" destId="{C8FF4355-E9C2-447D-A9F6-2AA110842E71}" srcOrd="3" destOrd="0" presId="urn:microsoft.com/office/officeart/2018/2/layout/IconCircleList"/>
    <dgm:cxn modelId="{ECD9703E-3AC8-41D2-B47E-97C2FDD6A54C}" type="presParOf" srcId="{325FD18C-9ECC-4451-ABDC-48CEA21CB9AC}" destId="{2D3C02A6-BCCA-4E95-99E7-BB6F3047E774}" srcOrd="5" destOrd="0" presId="urn:microsoft.com/office/officeart/2018/2/layout/IconCircleList"/>
    <dgm:cxn modelId="{F46045F1-5DAA-4976-9235-BCF5EAE19B15}" type="presParOf" srcId="{325FD18C-9ECC-4451-ABDC-48CEA21CB9AC}" destId="{A0D9F70A-43AA-41FD-8F28-C6598BD3C269}" srcOrd="6" destOrd="0" presId="urn:microsoft.com/office/officeart/2018/2/layout/IconCircleList"/>
    <dgm:cxn modelId="{86FF3635-07C3-48A9-B406-2A596CE482B7}" type="presParOf" srcId="{A0D9F70A-43AA-41FD-8F28-C6598BD3C269}" destId="{8E8476A1-FEA7-4297-84F6-52DFA5BFF338}" srcOrd="0" destOrd="0" presId="urn:microsoft.com/office/officeart/2018/2/layout/IconCircleList"/>
    <dgm:cxn modelId="{0ABA08B2-69DC-4815-A676-6E73F003B64F}" type="presParOf" srcId="{A0D9F70A-43AA-41FD-8F28-C6598BD3C269}" destId="{268D3D97-E0E6-4E28-9E3C-213CC29267E2}" srcOrd="1" destOrd="0" presId="urn:microsoft.com/office/officeart/2018/2/layout/IconCircleList"/>
    <dgm:cxn modelId="{92522F22-ABC4-46C9-942F-2339F51D82C7}" type="presParOf" srcId="{A0D9F70A-43AA-41FD-8F28-C6598BD3C269}" destId="{4BD9E586-7509-4B99-BB3A-BB88270CAB77}" srcOrd="2" destOrd="0" presId="urn:microsoft.com/office/officeart/2018/2/layout/IconCircleList"/>
    <dgm:cxn modelId="{1852F0D4-BA8E-44E9-A6E3-CF02A52CF3E9}" type="presParOf" srcId="{A0D9F70A-43AA-41FD-8F28-C6598BD3C269}" destId="{B0F1A2FC-0FAD-4FFE-942C-A0D651744D3D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20A407C-8376-48D6-9172-15059FF11441}" type="doc">
      <dgm:prSet loTypeId="urn:microsoft.com/office/officeart/2005/8/layout/orgChart1" loCatId="hierarchy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7E71801E-8245-459E-B0B9-FECE6A27A218}">
      <dgm:prSet/>
      <dgm:spPr/>
      <dgm:t>
        <a:bodyPr/>
        <a:lstStyle/>
        <a:p>
          <a:r>
            <a:rPr lang="en-US" b="0" i="0" baseline="0"/>
            <a:t>Snappy isn't just a theory; it's the industry standard for high-speed compression. It's used by:</a:t>
          </a:r>
          <a:endParaRPr lang="en-US"/>
        </a:p>
      </dgm:t>
    </dgm:pt>
    <dgm:pt modelId="{6CD16909-A818-4725-9E8D-C4F68F1EFE76}" type="parTrans" cxnId="{9601EA29-E891-4DF3-AA20-2E8BD48E7A71}">
      <dgm:prSet/>
      <dgm:spPr/>
      <dgm:t>
        <a:bodyPr/>
        <a:lstStyle/>
        <a:p>
          <a:endParaRPr lang="en-US"/>
        </a:p>
      </dgm:t>
    </dgm:pt>
    <dgm:pt modelId="{6AC059F9-BA3E-49B4-B270-4D112BE986C8}" type="sibTrans" cxnId="{9601EA29-E891-4DF3-AA20-2E8BD48E7A71}">
      <dgm:prSet/>
      <dgm:spPr/>
      <dgm:t>
        <a:bodyPr/>
        <a:lstStyle/>
        <a:p>
          <a:endParaRPr lang="en-US"/>
        </a:p>
      </dgm:t>
    </dgm:pt>
    <dgm:pt modelId="{6A589349-7421-4756-8463-A1473CF510F8}">
      <dgm:prSet/>
      <dgm:spPr/>
      <dgm:t>
        <a:bodyPr/>
        <a:lstStyle/>
        <a:p>
          <a:r>
            <a:rPr lang="en-US" b="1" i="0" baseline="0"/>
            <a:t>Google:</a:t>
          </a:r>
          <a:r>
            <a:rPr lang="en-US" b="0" i="0" baseline="0"/>
            <a:t> (Used internally to process petabytes of data).</a:t>
          </a:r>
          <a:endParaRPr lang="en-US"/>
        </a:p>
      </dgm:t>
    </dgm:pt>
    <dgm:pt modelId="{C75E0C17-DF8E-4BF8-A8FF-B578E9D14CEA}" type="parTrans" cxnId="{AC633210-D0AD-4BFA-9BB1-69FCD5DD2F41}">
      <dgm:prSet/>
      <dgm:spPr/>
      <dgm:t>
        <a:bodyPr/>
        <a:lstStyle/>
        <a:p>
          <a:endParaRPr lang="en-US"/>
        </a:p>
      </dgm:t>
    </dgm:pt>
    <dgm:pt modelId="{44EDCC25-4D2A-43F7-82A7-04737BD3BD1E}" type="sibTrans" cxnId="{AC633210-D0AD-4BFA-9BB1-69FCD5DD2F41}">
      <dgm:prSet/>
      <dgm:spPr/>
      <dgm:t>
        <a:bodyPr/>
        <a:lstStyle/>
        <a:p>
          <a:endParaRPr lang="en-US"/>
        </a:p>
      </dgm:t>
    </dgm:pt>
    <dgm:pt modelId="{3BCB8024-A337-446D-A170-C1C674145767}">
      <dgm:prSet/>
      <dgm:spPr/>
      <dgm:t>
        <a:bodyPr/>
        <a:lstStyle/>
        <a:p>
          <a:r>
            <a:rPr lang="en-US" b="1" i="0" baseline="0"/>
            <a:t>Apache Spark &amp; Hadoop:</a:t>
          </a:r>
          <a:r>
            <a:rPr lang="en-US" b="0" i="0" baseline="0"/>
            <a:t> The default compression for many big-data operations.</a:t>
          </a:r>
          <a:endParaRPr lang="en-US"/>
        </a:p>
      </dgm:t>
    </dgm:pt>
    <dgm:pt modelId="{B3E21E00-AE52-4F7E-A2EB-3825E4A8AF1E}" type="parTrans" cxnId="{AE6D6F49-0F22-4D49-ACF6-7D4AC5AF8390}">
      <dgm:prSet/>
      <dgm:spPr/>
      <dgm:t>
        <a:bodyPr/>
        <a:lstStyle/>
        <a:p>
          <a:endParaRPr lang="en-US"/>
        </a:p>
      </dgm:t>
    </dgm:pt>
    <dgm:pt modelId="{3D679CC7-4A43-45DF-98DF-FBA580DED82D}" type="sibTrans" cxnId="{AE6D6F49-0F22-4D49-ACF6-7D4AC5AF8390}">
      <dgm:prSet/>
      <dgm:spPr/>
      <dgm:t>
        <a:bodyPr/>
        <a:lstStyle/>
        <a:p>
          <a:endParaRPr lang="en-US"/>
        </a:p>
      </dgm:t>
    </dgm:pt>
    <dgm:pt modelId="{48DD72A2-C80C-43DF-BB20-5CB3AA2000A4}">
      <dgm:prSet/>
      <dgm:spPr/>
      <dgm:t>
        <a:bodyPr/>
        <a:lstStyle/>
        <a:p>
          <a:r>
            <a:rPr lang="en-US" b="1" i="0" baseline="0"/>
            <a:t>Databases:</a:t>
          </a:r>
          <a:r>
            <a:rPr lang="en-US" b="0" i="0" baseline="0"/>
            <a:t> MongoDB, Cassandra, RocksDB, and others use Snappy to compress data on disk without slowing down queries.</a:t>
          </a:r>
          <a:endParaRPr lang="en-US"/>
        </a:p>
      </dgm:t>
    </dgm:pt>
    <dgm:pt modelId="{AFA3A812-3467-4863-B83B-688558021513}" type="parTrans" cxnId="{57F80F11-E632-4C7A-B6BF-57E66CE3DA28}">
      <dgm:prSet/>
      <dgm:spPr/>
      <dgm:t>
        <a:bodyPr/>
        <a:lstStyle/>
        <a:p>
          <a:endParaRPr lang="en-US"/>
        </a:p>
      </dgm:t>
    </dgm:pt>
    <dgm:pt modelId="{CECE00E4-2034-499F-B57F-5E369F45BD79}" type="sibTrans" cxnId="{57F80F11-E632-4C7A-B6BF-57E66CE3DA28}">
      <dgm:prSet/>
      <dgm:spPr/>
      <dgm:t>
        <a:bodyPr/>
        <a:lstStyle/>
        <a:p>
          <a:endParaRPr lang="en-US"/>
        </a:p>
      </dgm:t>
    </dgm:pt>
    <dgm:pt modelId="{E1F3E08B-7B2F-4412-98F9-64952F960EC8}">
      <dgm:prSet/>
      <dgm:spPr/>
      <dgm:t>
        <a:bodyPr/>
        <a:lstStyle/>
        <a:p>
          <a:r>
            <a:rPr lang="en-US" b="1" i="0" baseline="0"/>
            <a:t>Message Queues:</a:t>
          </a:r>
          <a:r>
            <a:rPr lang="en-US" b="0" i="0" baseline="0"/>
            <a:t> Apache Kafka uses it to compress real-time data streams.</a:t>
          </a:r>
          <a:endParaRPr lang="en-US"/>
        </a:p>
      </dgm:t>
    </dgm:pt>
    <dgm:pt modelId="{FE17B2F8-5A0E-40AC-8E16-71427B1CC26D}" type="parTrans" cxnId="{F93D25BB-969D-4281-998C-0D73FBD052EB}">
      <dgm:prSet/>
      <dgm:spPr/>
      <dgm:t>
        <a:bodyPr/>
        <a:lstStyle/>
        <a:p>
          <a:endParaRPr lang="en-US"/>
        </a:p>
      </dgm:t>
    </dgm:pt>
    <dgm:pt modelId="{22C9095A-DFCD-4207-B26E-FB650AA36A3C}" type="sibTrans" cxnId="{F93D25BB-969D-4281-998C-0D73FBD052EB}">
      <dgm:prSet/>
      <dgm:spPr/>
      <dgm:t>
        <a:bodyPr/>
        <a:lstStyle/>
        <a:p>
          <a:endParaRPr lang="en-US"/>
        </a:p>
      </dgm:t>
    </dgm:pt>
    <dgm:pt modelId="{A0F7609A-5FE2-C641-A3BC-99451AD4F2A9}" type="pres">
      <dgm:prSet presAssocID="{120A407C-8376-48D6-9172-15059FF11441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4B8FE036-061D-394B-8667-C8172A39CCA1}" type="pres">
      <dgm:prSet presAssocID="{7E71801E-8245-459E-B0B9-FECE6A27A218}" presName="hierRoot1" presStyleCnt="0">
        <dgm:presLayoutVars>
          <dgm:hierBranch val="init"/>
        </dgm:presLayoutVars>
      </dgm:prSet>
      <dgm:spPr/>
    </dgm:pt>
    <dgm:pt modelId="{5C7CD705-EAD9-4248-AE52-938D892D34BB}" type="pres">
      <dgm:prSet presAssocID="{7E71801E-8245-459E-B0B9-FECE6A27A218}" presName="rootComposite1" presStyleCnt="0"/>
      <dgm:spPr/>
    </dgm:pt>
    <dgm:pt modelId="{46B22AF0-8D52-7848-B061-64F75313A04B}" type="pres">
      <dgm:prSet presAssocID="{7E71801E-8245-459E-B0B9-FECE6A27A218}" presName="rootText1" presStyleLbl="node0" presStyleIdx="0" presStyleCnt="5">
        <dgm:presLayoutVars>
          <dgm:chPref val="3"/>
        </dgm:presLayoutVars>
      </dgm:prSet>
      <dgm:spPr/>
    </dgm:pt>
    <dgm:pt modelId="{14F44788-7A76-A64F-A943-259EE3D0638D}" type="pres">
      <dgm:prSet presAssocID="{7E71801E-8245-459E-B0B9-FECE6A27A218}" presName="rootConnector1" presStyleLbl="node1" presStyleIdx="0" presStyleCnt="0"/>
      <dgm:spPr/>
    </dgm:pt>
    <dgm:pt modelId="{479F42E2-5988-C445-97D7-97A985C3A5CD}" type="pres">
      <dgm:prSet presAssocID="{7E71801E-8245-459E-B0B9-FECE6A27A218}" presName="hierChild2" presStyleCnt="0"/>
      <dgm:spPr/>
    </dgm:pt>
    <dgm:pt modelId="{1CD074D6-41FA-5847-BEDE-DDAFBC837135}" type="pres">
      <dgm:prSet presAssocID="{7E71801E-8245-459E-B0B9-FECE6A27A218}" presName="hierChild3" presStyleCnt="0"/>
      <dgm:spPr/>
    </dgm:pt>
    <dgm:pt modelId="{8AD3B5B1-B218-6340-A06C-4DE67B13ECD5}" type="pres">
      <dgm:prSet presAssocID="{6A589349-7421-4756-8463-A1473CF510F8}" presName="hierRoot1" presStyleCnt="0">
        <dgm:presLayoutVars>
          <dgm:hierBranch val="init"/>
        </dgm:presLayoutVars>
      </dgm:prSet>
      <dgm:spPr/>
    </dgm:pt>
    <dgm:pt modelId="{9D3D002D-B0AE-1945-B89B-94233DD16A89}" type="pres">
      <dgm:prSet presAssocID="{6A589349-7421-4756-8463-A1473CF510F8}" presName="rootComposite1" presStyleCnt="0"/>
      <dgm:spPr/>
    </dgm:pt>
    <dgm:pt modelId="{73F0A143-B61B-8C49-A3EB-FEA3CFCD01F6}" type="pres">
      <dgm:prSet presAssocID="{6A589349-7421-4756-8463-A1473CF510F8}" presName="rootText1" presStyleLbl="node0" presStyleIdx="1" presStyleCnt="5">
        <dgm:presLayoutVars>
          <dgm:chPref val="3"/>
        </dgm:presLayoutVars>
      </dgm:prSet>
      <dgm:spPr/>
    </dgm:pt>
    <dgm:pt modelId="{82EDA23C-ECD0-3745-BBD8-AFEA31753382}" type="pres">
      <dgm:prSet presAssocID="{6A589349-7421-4756-8463-A1473CF510F8}" presName="rootConnector1" presStyleLbl="node1" presStyleIdx="0" presStyleCnt="0"/>
      <dgm:spPr/>
    </dgm:pt>
    <dgm:pt modelId="{CE01473F-2D5E-9D42-A988-A3E331C83EFB}" type="pres">
      <dgm:prSet presAssocID="{6A589349-7421-4756-8463-A1473CF510F8}" presName="hierChild2" presStyleCnt="0"/>
      <dgm:spPr/>
    </dgm:pt>
    <dgm:pt modelId="{49547EF7-920F-294C-A4F5-298767D5B68C}" type="pres">
      <dgm:prSet presAssocID="{6A589349-7421-4756-8463-A1473CF510F8}" presName="hierChild3" presStyleCnt="0"/>
      <dgm:spPr/>
    </dgm:pt>
    <dgm:pt modelId="{E9C40126-021A-2B4A-B60F-02386E097A6E}" type="pres">
      <dgm:prSet presAssocID="{3BCB8024-A337-446D-A170-C1C674145767}" presName="hierRoot1" presStyleCnt="0">
        <dgm:presLayoutVars>
          <dgm:hierBranch val="init"/>
        </dgm:presLayoutVars>
      </dgm:prSet>
      <dgm:spPr/>
    </dgm:pt>
    <dgm:pt modelId="{085D15A9-5ACE-4047-B302-129DF97C3081}" type="pres">
      <dgm:prSet presAssocID="{3BCB8024-A337-446D-A170-C1C674145767}" presName="rootComposite1" presStyleCnt="0"/>
      <dgm:spPr/>
    </dgm:pt>
    <dgm:pt modelId="{C696797A-C082-7541-A564-63CD1A7A3667}" type="pres">
      <dgm:prSet presAssocID="{3BCB8024-A337-446D-A170-C1C674145767}" presName="rootText1" presStyleLbl="node0" presStyleIdx="2" presStyleCnt="5">
        <dgm:presLayoutVars>
          <dgm:chPref val="3"/>
        </dgm:presLayoutVars>
      </dgm:prSet>
      <dgm:spPr/>
    </dgm:pt>
    <dgm:pt modelId="{8DB83660-747B-E344-ADF8-93D253C892A5}" type="pres">
      <dgm:prSet presAssocID="{3BCB8024-A337-446D-A170-C1C674145767}" presName="rootConnector1" presStyleLbl="node1" presStyleIdx="0" presStyleCnt="0"/>
      <dgm:spPr/>
    </dgm:pt>
    <dgm:pt modelId="{20A696DC-83BB-3641-894D-DA1CAB3BE873}" type="pres">
      <dgm:prSet presAssocID="{3BCB8024-A337-446D-A170-C1C674145767}" presName="hierChild2" presStyleCnt="0"/>
      <dgm:spPr/>
    </dgm:pt>
    <dgm:pt modelId="{EFA6CFDB-E63D-6843-AA11-D2CF4F3D5877}" type="pres">
      <dgm:prSet presAssocID="{3BCB8024-A337-446D-A170-C1C674145767}" presName="hierChild3" presStyleCnt="0"/>
      <dgm:spPr/>
    </dgm:pt>
    <dgm:pt modelId="{D8F475C6-F9A5-7640-AED4-B78301B4E387}" type="pres">
      <dgm:prSet presAssocID="{48DD72A2-C80C-43DF-BB20-5CB3AA2000A4}" presName="hierRoot1" presStyleCnt="0">
        <dgm:presLayoutVars>
          <dgm:hierBranch val="init"/>
        </dgm:presLayoutVars>
      </dgm:prSet>
      <dgm:spPr/>
    </dgm:pt>
    <dgm:pt modelId="{9084DDB5-D3F3-784C-B3DC-54238D4DE737}" type="pres">
      <dgm:prSet presAssocID="{48DD72A2-C80C-43DF-BB20-5CB3AA2000A4}" presName="rootComposite1" presStyleCnt="0"/>
      <dgm:spPr/>
    </dgm:pt>
    <dgm:pt modelId="{0B08583C-09EF-7F48-B1B8-FB29F572768D}" type="pres">
      <dgm:prSet presAssocID="{48DD72A2-C80C-43DF-BB20-5CB3AA2000A4}" presName="rootText1" presStyleLbl="node0" presStyleIdx="3" presStyleCnt="5">
        <dgm:presLayoutVars>
          <dgm:chPref val="3"/>
        </dgm:presLayoutVars>
      </dgm:prSet>
      <dgm:spPr/>
    </dgm:pt>
    <dgm:pt modelId="{18F1F906-483F-CB44-AABC-673F95922547}" type="pres">
      <dgm:prSet presAssocID="{48DD72A2-C80C-43DF-BB20-5CB3AA2000A4}" presName="rootConnector1" presStyleLbl="node1" presStyleIdx="0" presStyleCnt="0"/>
      <dgm:spPr/>
    </dgm:pt>
    <dgm:pt modelId="{C7580A93-14B7-6A4A-94A4-DAF238F2FAF1}" type="pres">
      <dgm:prSet presAssocID="{48DD72A2-C80C-43DF-BB20-5CB3AA2000A4}" presName="hierChild2" presStyleCnt="0"/>
      <dgm:spPr/>
    </dgm:pt>
    <dgm:pt modelId="{C9D5DFBA-FE8A-E749-9B23-BF3CF3E84860}" type="pres">
      <dgm:prSet presAssocID="{48DD72A2-C80C-43DF-BB20-5CB3AA2000A4}" presName="hierChild3" presStyleCnt="0"/>
      <dgm:spPr/>
    </dgm:pt>
    <dgm:pt modelId="{1906A426-5491-7D4A-B4A8-F0FFBF674461}" type="pres">
      <dgm:prSet presAssocID="{E1F3E08B-7B2F-4412-98F9-64952F960EC8}" presName="hierRoot1" presStyleCnt="0">
        <dgm:presLayoutVars>
          <dgm:hierBranch val="init"/>
        </dgm:presLayoutVars>
      </dgm:prSet>
      <dgm:spPr/>
    </dgm:pt>
    <dgm:pt modelId="{91B372D8-1F67-8D43-BD86-C7B67C3F2BC4}" type="pres">
      <dgm:prSet presAssocID="{E1F3E08B-7B2F-4412-98F9-64952F960EC8}" presName="rootComposite1" presStyleCnt="0"/>
      <dgm:spPr/>
    </dgm:pt>
    <dgm:pt modelId="{093B9A73-9E1E-6D46-81B5-3D0DF24753F7}" type="pres">
      <dgm:prSet presAssocID="{E1F3E08B-7B2F-4412-98F9-64952F960EC8}" presName="rootText1" presStyleLbl="node0" presStyleIdx="4" presStyleCnt="5">
        <dgm:presLayoutVars>
          <dgm:chPref val="3"/>
        </dgm:presLayoutVars>
      </dgm:prSet>
      <dgm:spPr/>
    </dgm:pt>
    <dgm:pt modelId="{C8B11D8B-686B-3D46-9E88-1A9191818FF6}" type="pres">
      <dgm:prSet presAssocID="{E1F3E08B-7B2F-4412-98F9-64952F960EC8}" presName="rootConnector1" presStyleLbl="node1" presStyleIdx="0" presStyleCnt="0"/>
      <dgm:spPr/>
    </dgm:pt>
    <dgm:pt modelId="{E88584F8-A6C0-6C45-9F29-5E551BCCC918}" type="pres">
      <dgm:prSet presAssocID="{E1F3E08B-7B2F-4412-98F9-64952F960EC8}" presName="hierChild2" presStyleCnt="0"/>
      <dgm:spPr/>
    </dgm:pt>
    <dgm:pt modelId="{12A05C77-9E6D-4A44-9526-4556E24AEE47}" type="pres">
      <dgm:prSet presAssocID="{E1F3E08B-7B2F-4412-98F9-64952F960EC8}" presName="hierChild3" presStyleCnt="0"/>
      <dgm:spPr/>
    </dgm:pt>
  </dgm:ptLst>
  <dgm:cxnLst>
    <dgm:cxn modelId="{AC633210-D0AD-4BFA-9BB1-69FCD5DD2F41}" srcId="{120A407C-8376-48D6-9172-15059FF11441}" destId="{6A589349-7421-4756-8463-A1473CF510F8}" srcOrd="1" destOrd="0" parTransId="{C75E0C17-DF8E-4BF8-A8FF-B578E9D14CEA}" sibTransId="{44EDCC25-4D2A-43F7-82A7-04737BD3BD1E}"/>
    <dgm:cxn modelId="{57F80F11-E632-4C7A-B6BF-57E66CE3DA28}" srcId="{120A407C-8376-48D6-9172-15059FF11441}" destId="{48DD72A2-C80C-43DF-BB20-5CB3AA2000A4}" srcOrd="3" destOrd="0" parTransId="{AFA3A812-3467-4863-B83B-688558021513}" sibTransId="{CECE00E4-2034-499F-B57F-5E369F45BD79}"/>
    <dgm:cxn modelId="{71EF151D-16F2-BD43-91FE-52D9D70C6ADF}" type="presOf" srcId="{3BCB8024-A337-446D-A170-C1C674145767}" destId="{8DB83660-747B-E344-ADF8-93D253C892A5}" srcOrd="1" destOrd="0" presId="urn:microsoft.com/office/officeart/2005/8/layout/orgChart1"/>
    <dgm:cxn modelId="{18A0C027-ACEA-AF46-84DA-86BC14D2B165}" type="presOf" srcId="{6A589349-7421-4756-8463-A1473CF510F8}" destId="{73F0A143-B61B-8C49-A3EB-FEA3CFCD01F6}" srcOrd="0" destOrd="0" presId="urn:microsoft.com/office/officeart/2005/8/layout/orgChart1"/>
    <dgm:cxn modelId="{F86AD628-7FF1-0549-8BFB-913E33165AB0}" type="presOf" srcId="{6A589349-7421-4756-8463-A1473CF510F8}" destId="{82EDA23C-ECD0-3745-BBD8-AFEA31753382}" srcOrd="1" destOrd="0" presId="urn:microsoft.com/office/officeart/2005/8/layout/orgChart1"/>
    <dgm:cxn modelId="{9601EA29-E891-4DF3-AA20-2E8BD48E7A71}" srcId="{120A407C-8376-48D6-9172-15059FF11441}" destId="{7E71801E-8245-459E-B0B9-FECE6A27A218}" srcOrd="0" destOrd="0" parTransId="{6CD16909-A818-4725-9E8D-C4F68F1EFE76}" sibTransId="{6AC059F9-BA3E-49B4-B270-4D112BE986C8}"/>
    <dgm:cxn modelId="{5E758234-33EC-1943-BFE3-24D605D26160}" type="presOf" srcId="{7E71801E-8245-459E-B0B9-FECE6A27A218}" destId="{14F44788-7A76-A64F-A943-259EE3D0638D}" srcOrd="1" destOrd="0" presId="urn:microsoft.com/office/officeart/2005/8/layout/orgChart1"/>
    <dgm:cxn modelId="{CDEC2A44-3C10-B942-BEC7-3AA64BBF054C}" type="presOf" srcId="{120A407C-8376-48D6-9172-15059FF11441}" destId="{A0F7609A-5FE2-C641-A3BC-99451AD4F2A9}" srcOrd="0" destOrd="0" presId="urn:microsoft.com/office/officeart/2005/8/layout/orgChart1"/>
    <dgm:cxn modelId="{AE6D6F49-0F22-4D49-ACF6-7D4AC5AF8390}" srcId="{120A407C-8376-48D6-9172-15059FF11441}" destId="{3BCB8024-A337-446D-A170-C1C674145767}" srcOrd="2" destOrd="0" parTransId="{B3E21E00-AE52-4F7E-A2EB-3825E4A8AF1E}" sibTransId="{3D679CC7-4A43-45DF-98DF-FBA580DED82D}"/>
    <dgm:cxn modelId="{4354AF7A-A8BA-234A-ACB7-E7EB1C153B8B}" type="presOf" srcId="{48DD72A2-C80C-43DF-BB20-5CB3AA2000A4}" destId="{18F1F906-483F-CB44-AABC-673F95922547}" srcOrd="1" destOrd="0" presId="urn:microsoft.com/office/officeart/2005/8/layout/orgChart1"/>
    <dgm:cxn modelId="{EBFC8082-1C0D-824F-8DBE-71F35ABB9B5A}" type="presOf" srcId="{48DD72A2-C80C-43DF-BB20-5CB3AA2000A4}" destId="{0B08583C-09EF-7F48-B1B8-FB29F572768D}" srcOrd="0" destOrd="0" presId="urn:microsoft.com/office/officeart/2005/8/layout/orgChart1"/>
    <dgm:cxn modelId="{4D46C9A7-E07E-E849-B3E0-9647EEF31A3C}" type="presOf" srcId="{7E71801E-8245-459E-B0B9-FECE6A27A218}" destId="{46B22AF0-8D52-7848-B061-64F75313A04B}" srcOrd="0" destOrd="0" presId="urn:microsoft.com/office/officeart/2005/8/layout/orgChart1"/>
    <dgm:cxn modelId="{F93D25BB-969D-4281-998C-0D73FBD052EB}" srcId="{120A407C-8376-48D6-9172-15059FF11441}" destId="{E1F3E08B-7B2F-4412-98F9-64952F960EC8}" srcOrd="4" destOrd="0" parTransId="{FE17B2F8-5A0E-40AC-8E16-71427B1CC26D}" sibTransId="{22C9095A-DFCD-4207-B26E-FB650AA36A3C}"/>
    <dgm:cxn modelId="{ED344EE7-310D-9842-A71C-9665AA0C5276}" type="presOf" srcId="{3BCB8024-A337-446D-A170-C1C674145767}" destId="{C696797A-C082-7541-A564-63CD1A7A3667}" srcOrd="0" destOrd="0" presId="urn:microsoft.com/office/officeart/2005/8/layout/orgChart1"/>
    <dgm:cxn modelId="{43D7E3F5-21CF-154A-8AE5-6090DF0BF916}" type="presOf" srcId="{E1F3E08B-7B2F-4412-98F9-64952F960EC8}" destId="{C8B11D8B-686B-3D46-9E88-1A9191818FF6}" srcOrd="1" destOrd="0" presId="urn:microsoft.com/office/officeart/2005/8/layout/orgChart1"/>
    <dgm:cxn modelId="{2C1328F9-60EC-E04A-ACAE-0F462BCAF338}" type="presOf" srcId="{E1F3E08B-7B2F-4412-98F9-64952F960EC8}" destId="{093B9A73-9E1E-6D46-81B5-3D0DF24753F7}" srcOrd="0" destOrd="0" presId="urn:microsoft.com/office/officeart/2005/8/layout/orgChart1"/>
    <dgm:cxn modelId="{71F0E9D7-4718-884B-8F55-60D7A3BDE92D}" type="presParOf" srcId="{A0F7609A-5FE2-C641-A3BC-99451AD4F2A9}" destId="{4B8FE036-061D-394B-8667-C8172A39CCA1}" srcOrd="0" destOrd="0" presId="urn:microsoft.com/office/officeart/2005/8/layout/orgChart1"/>
    <dgm:cxn modelId="{BC98179D-8741-A246-8556-EAD4B3FC64F0}" type="presParOf" srcId="{4B8FE036-061D-394B-8667-C8172A39CCA1}" destId="{5C7CD705-EAD9-4248-AE52-938D892D34BB}" srcOrd="0" destOrd="0" presId="urn:microsoft.com/office/officeart/2005/8/layout/orgChart1"/>
    <dgm:cxn modelId="{4ECD4456-2264-F540-B6EE-2B1D469EF16E}" type="presParOf" srcId="{5C7CD705-EAD9-4248-AE52-938D892D34BB}" destId="{46B22AF0-8D52-7848-B061-64F75313A04B}" srcOrd="0" destOrd="0" presId="urn:microsoft.com/office/officeart/2005/8/layout/orgChart1"/>
    <dgm:cxn modelId="{26BA737A-A797-7546-AB0A-18571A727074}" type="presParOf" srcId="{5C7CD705-EAD9-4248-AE52-938D892D34BB}" destId="{14F44788-7A76-A64F-A943-259EE3D0638D}" srcOrd="1" destOrd="0" presId="urn:microsoft.com/office/officeart/2005/8/layout/orgChart1"/>
    <dgm:cxn modelId="{62E0BDF1-4B04-C844-914A-2B562323EB9F}" type="presParOf" srcId="{4B8FE036-061D-394B-8667-C8172A39CCA1}" destId="{479F42E2-5988-C445-97D7-97A985C3A5CD}" srcOrd="1" destOrd="0" presId="urn:microsoft.com/office/officeart/2005/8/layout/orgChart1"/>
    <dgm:cxn modelId="{3AD32CF2-7F8C-B845-8945-6A243955FAC9}" type="presParOf" srcId="{4B8FE036-061D-394B-8667-C8172A39CCA1}" destId="{1CD074D6-41FA-5847-BEDE-DDAFBC837135}" srcOrd="2" destOrd="0" presId="urn:microsoft.com/office/officeart/2005/8/layout/orgChart1"/>
    <dgm:cxn modelId="{9C0E94B7-27F3-0B4C-A46B-522AB762A061}" type="presParOf" srcId="{A0F7609A-5FE2-C641-A3BC-99451AD4F2A9}" destId="{8AD3B5B1-B218-6340-A06C-4DE67B13ECD5}" srcOrd="1" destOrd="0" presId="urn:microsoft.com/office/officeart/2005/8/layout/orgChart1"/>
    <dgm:cxn modelId="{2F04B9E5-CA43-444A-98A8-F10439933AC8}" type="presParOf" srcId="{8AD3B5B1-B218-6340-A06C-4DE67B13ECD5}" destId="{9D3D002D-B0AE-1945-B89B-94233DD16A89}" srcOrd="0" destOrd="0" presId="urn:microsoft.com/office/officeart/2005/8/layout/orgChart1"/>
    <dgm:cxn modelId="{58A4A50D-240C-3E41-A1FD-1BF1D0CADD4F}" type="presParOf" srcId="{9D3D002D-B0AE-1945-B89B-94233DD16A89}" destId="{73F0A143-B61B-8C49-A3EB-FEA3CFCD01F6}" srcOrd="0" destOrd="0" presId="urn:microsoft.com/office/officeart/2005/8/layout/orgChart1"/>
    <dgm:cxn modelId="{51E1CA94-5072-2B4B-9FFD-42094626D883}" type="presParOf" srcId="{9D3D002D-B0AE-1945-B89B-94233DD16A89}" destId="{82EDA23C-ECD0-3745-BBD8-AFEA31753382}" srcOrd="1" destOrd="0" presId="urn:microsoft.com/office/officeart/2005/8/layout/orgChart1"/>
    <dgm:cxn modelId="{81FF2604-EE91-A54F-96B4-E665CB687DF3}" type="presParOf" srcId="{8AD3B5B1-B218-6340-A06C-4DE67B13ECD5}" destId="{CE01473F-2D5E-9D42-A988-A3E331C83EFB}" srcOrd="1" destOrd="0" presId="urn:microsoft.com/office/officeart/2005/8/layout/orgChart1"/>
    <dgm:cxn modelId="{F81269A8-9A66-5B46-8490-D76D0143852C}" type="presParOf" srcId="{8AD3B5B1-B218-6340-A06C-4DE67B13ECD5}" destId="{49547EF7-920F-294C-A4F5-298767D5B68C}" srcOrd="2" destOrd="0" presId="urn:microsoft.com/office/officeart/2005/8/layout/orgChart1"/>
    <dgm:cxn modelId="{38953B65-8631-1340-B692-4567FB56A798}" type="presParOf" srcId="{A0F7609A-5FE2-C641-A3BC-99451AD4F2A9}" destId="{E9C40126-021A-2B4A-B60F-02386E097A6E}" srcOrd="2" destOrd="0" presId="urn:microsoft.com/office/officeart/2005/8/layout/orgChart1"/>
    <dgm:cxn modelId="{92C78437-844F-604D-AA85-AE3D305168A4}" type="presParOf" srcId="{E9C40126-021A-2B4A-B60F-02386E097A6E}" destId="{085D15A9-5ACE-4047-B302-129DF97C3081}" srcOrd="0" destOrd="0" presId="urn:microsoft.com/office/officeart/2005/8/layout/orgChart1"/>
    <dgm:cxn modelId="{A453B31C-928F-DB40-8E8F-5C7722613009}" type="presParOf" srcId="{085D15A9-5ACE-4047-B302-129DF97C3081}" destId="{C696797A-C082-7541-A564-63CD1A7A3667}" srcOrd="0" destOrd="0" presId="urn:microsoft.com/office/officeart/2005/8/layout/orgChart1"/>
    <dgm:cxn modelId="{C8588202-FFE1-BE47-8331-975788237CE5}" type="presParOf" srcId="{085D15A9-5ACE-4047-B302-129DF97C3081}" destId="{8DB83660-747B-E344-ADF8-93D253C892A5}" srcOrd="1" destOrd="0" presId="urn:microsoft.com/office/officeart/2005/8/layout/orgChart1"/>
    <dgm:cxn modelId="{EA691252-B2E7-3A49-B213-1983A20FEF35}" type="presParOf" srcId="{E9C40126-021A-2B4A-B60F-02386E097A6E}" destId="{20A696DC-83BB-3641-894D-DA1CAB3BE873}" srcOrd="1" destOrd="0" presId="urn:microsoft.com/office/officeart/2005/8/layout/orgChart1"/>
    <dgm:cxn modelId="{88CE3E84-F457-3948-9EA3-E9F8B0225B34}" type="presParOf" srcId="{E9C40126-021A-2B4A-B60F-02386E097A6E}" destId="{EFA6CFDB-E63D-6843-AA11-D2CF4F3D5877}" srcOrd="2" destOrd="0" presId="urn:microsoft.com/office/officeart/2005/8/layout/orgChart1"/>
    <dgm:cxn modelId="{5C435B7A-D1A5-B144-A843-EEDB03B8B565}" type="presParOf" srcId="{A0F7609A-5FE2-C641-A3BC-99451AD4F2A9}" destId="{D8F475C6-F9A5-7640-AED4-B78301B4E387}" srcOrd="3" destOrd="0" presId="urn:microsoft.com/office/officeart/2005/8/layout/orgChart1"/>
    <dgm:cxn modelId="{39A13D29-D8CD-9C4C-BA77-5D3855DF4C3A}" type="presParOf" srcId="{D8F475C6-F9A5-7640-AED4-B78301B4E387}" destId="{9084DDB5-D3F3-784C-B3DC-54238D4DE737}" srcOrd="0" destOrd="0" presId="urn:microsoft.com/office/officeart/2005/8/layout/orgChart1"/>
    <dgm:cxn modelId="{7C8A9092-720D-2F4F-84A6-E5CB6F452154}" type="presParOf" srcId="{9084DDB5-D3F3-784C-B3DC-54238D4DE737}" destId="{0B08583C-09EF-7F48-B1B8-FB29F572768D}" srcOrd="0" destOrd="0" presId="urn:microsoft.com/office/officeart/2005/8/layout/orgChart1"/>
    <dgm:cxn modelId="{297A51F7-A657-8647-BE0D-D391186A0EBB}" type="presParOf" srcId="{9084DDB5-D3F3-784C-B3DC-54238D4DE737}" destId="{18F1F906-483F-CB44-AABC-673F95922547}" srcOrd="1" destOrd="0" presId="urn:microsoft.com/office/officeart/2005/8/layout/orgChart1"/>
    <dgm:cxn modelId="{7638C6FA-5078-8946-B846-BD459D20A3BD}" type="presParOf" srcId="{D8F475C6-F9A5-7640-AED4-B78301B4E387}" destId="{C7580A93-14B7-6A4A-94A4-DAF238F2FAF1}" srcOrd="1" destOrd="0" presId="urn:microsoft.com/office/officeart/2005/8/layout/orgChart1"/>
    <dgm:cxn modelId="{4D8BEC66-DB25-3442-AA72-F3E00046FE3F}" type="presParOf" srcId="{D8F475C6-F9A5-7640-AED4-B78301B4E387}" destId="{C9D5DFBA-FE8A-E749-9B23-BF3CF3E84860}" srcOrd="2" destOrd="0" presId="urn:microsoft.com/office/officeart/2005/8/layout/orgChart1"/>
    <dgm:cxn modelId="{1534B22A-8C80-D143-BD6A-029EDAE861EA}" type="presParOf" srcId="{A0F7609A-5FE2-C641-A3BC-99451AD4F2A9}" destId="{1906A426-5491-7D4A-B4A8-F0FFBF674461}" srcOrd="4" destOrd="0" presId="urn:microsoft.com/office/officeart/2005/8/layout/orgChart1"/>
    <dgm:cxn modelId="{A7E30BE8-15D9-F44C-BEF0-CEB2AF6C99B6}" type="presParOf" srcId="{1906A426-5491-7D4A-B4A8-F0FFBF674461}" destId="{91B372D8-1F67-8D43-BD86-C7B67C3F2BC4}" srcOrd="0" destOrd="0" presId="urn:microsoft.com/office/officeart/2005/8/layout/orgChart1"/>
    <dgm:cxn modelId="{CEC0EF00-B31E-E24F-9881-7F575A6EF484}" type="presParOf" srcId="{91B372D8-1F67-8D43-BD86-C7B67C3F2BC4}" destId="{093B9A73-9E1E-6D46-81B5-3D0DF24753F7}" srcOrd="0" destOrd="0" presId="urn:microsoft.com/office/officeart/2005/8/layout/orgChart1"/>
    <dgm:cxn modelId="{BC235CCF-DE64-694C-A1CA-C0E7A7F628E1}" type="presParOf" srcId="{91B372D8-1F67-8D43-BD86-C7B67C3F2BC4}" destId="{C8B11D8B-686B-3D46-9E88-1A9191818FF6}" srcOrd="1" destOrd="0" presId="urn:microsoft.com/office/officeart/2005/8/layout/orgChart1"/>
    <dgm:cxn modelId="{0AAEFBF9-E4D0-3441-8CA5-B5B2378E5AC5}" type="presParOf" srcId="{1906A426-5491-7D4A-B4A8-F0FFBF674461}" destId="{E88584F8-A6C0-6C45-9F29-5E551BCCC918}" srcOrd="1" destOrd="0" presId="urn:microsoft.com/office/officeart/2005/8/layout/orgChart1"/>
    <dgm:cxn modelId="{38B03BFB-412D-7143-A874-DB8A0CF88F42}" type="presParOf" srcId="{1906A426-5491-7D4A-B4A8-F0FFBF674461}" destId="{12A05C77-9E6D-4A44-9526-4556E24AEE47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BC3BD6F-FF4B-49C4-B48B-DB598553322C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74582CF-6EEB-467E-8738-17F0A8E21784}">
      <dgm:prSet/>
      <dgm:spPr/>
      <dgm:t>
        <a:bodyPr/>
        <a:lstStyle/>
        <a:p>
          <a:r>
            <a:rPr lang="en-US" b="1" i="0" baseline="0"/>
            <a:t>DEFLATE</a:t>
          </a:r>
          <a:r>
            <a:rPr lang="en-US" b="0" i="0" baseline="0"/>
            <a:t> is an excellent algorithm for </a:t>
          </a:r>
          <a:r>
            <a:rPr lang="en-US" b="0" i="1" baseline="0"/>
            <a:t>archiving</a:t>
          </a:r>
          <a:r>
            <a:rPr lang="en-US" b="0" i="0" baseline="0"/>
            <a:t> files, where size is the only goal. It is the wrong choice for a real-time e-commerce application.</a:t>
          </a:r>
          <a:endParaRPr lang="en-US"/>
        </a:p>
      </dgm:t>
    </dgm:pt>
    <dgm:pt modelId="{94478F03-DE74-47AA-8F98-B304525FB3B8}" type="parTrans" cxnId="{8627EF8E-85AF-4C39-8CDC-7B2CB5B2E9DC}">
      <dgm:prSet/>
      <dgm:spPr/>
      <dgm:t>
        <a:bodyPr/>
        <a:lstStyle/>
        <a:p>
          <a:endParaRPr lang="en-US"/>
        </a:p>
      </dgm:t>
    </dgm:pt>
    <dgm:pt modelId="{000BE892-D96E-4D1B-932F-DA4BB192D184}" type="sibTrans" cxnId="{8627EF8E-85AF-4C39-8CDC-7B2CB5B2E9DC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CD61F8AB-90D2-44B4-977A-46E5886BD336}">
      <dgm:prSet/>
      <dgm:spPr/>
      <dgm:t>
        <a:bodyPr/>
        <a:lstStyle/>
        <a:p>
          <a:r>
            <a:rPr lang="en-US" b="1" i="0" baseline="0"/>
            <a:t>Snappy</a:t>
          </a:r>
          <a:r>
            <a:rPr lang="en-US" b="0" i="0" baseline="0"/>
            <a:t> is </a:t>
          </a:r>
          <a:r>
            <a:rPr lang="en-US" b="0" i="1" baseline="0"/>
            <a:t>designed</a:t>
          </a:r>
          <a:r>
            <a:rPr lang="en-US" b="0" i="0" baseline="0"/>
            <a:t> for our exact problem. Its speed-first approach eliminates performance bottlenecks.</a:t>
          </a:r>
          <a:endParaRPr lang="en-US"/>
        </a:p>
      </dgm:t>
    </dgm:pt>
    <dgm:pt modelId="{0B7F3721-ACF9-45FE-B69F-DDC85C6AA3B5}" type="parTrans" cxnId="{FCFE5C2E-2201-4599-8497-01F4A4D68C03}">
      <dgm:prSet/>
      <dgm:spPr/>
      <dgm:t>
        <a:bodyPr/>
        <a:lstStyle/>
        <a:p>
          <a:endParaRPr lang="en-US"/>
        </a:p>
      </dgm:t>
    </dgm:pt>
    <dgm:pt modelId="{7C73B604-8825-4718-96F8-811E67375397}" type="sibTrans" cxnId="{FCFE5C2E-2201-4599-8497-01F4A4D68C03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D90FFF0D-0458-4432-AD24-ACDE64DE9119}">
      <dgm:prSet/>
      <dgm:spPr/>
      <dgm:t>
        <a:bodyPr/>
        <a:lstStyle/>
        <a:p>
          <a:r>
            <a:rPr lang="en-US" b="0" i="0" baseline="0"/>
            <a:t>My project's test results show Snappy is 10-16x faster, which is the difference between a lagging website and an instant one.</a:t>
          </a:r>
          <a:endParaRPr lang="en-US"/>
        </a:p>
      </dgm:t>
    </dgm:pt>
    <dgm:pt modelId="{98E9D6A0-78D5-4B7F-8881-6B890104F29C}" type="parTrans" cxnId="{E395928A-1FEF-4DDD-A0F4-DBFE52D02281}">
      <dgm:prSet/>
      <dgm:spPr/>
      <dgm:t>
        <a:bodyPr/>
        <a:lstStyle/>
        <a:p>
          <a:endParaRPr lang="en-US"/>
        </a:p>
      </dgm:t>
    </dgm:pt>
    <dgm:pt modelId="{821B8364-025A-47F4-ADB2-B15EE1E91CEA}" type="sibTrans" cxnId="{E395928A-1FEF-4DDD-A0F4-DBFE52D02281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AC72F62D-E16D-304D-AE1D-5788D7C0B082}" type="pres">
      <dgm:prSet presAssocID="{ABC3BD6F-FF4B-49C4-B48B-DB598553322C}" presName="Name0" presStyleCnt="0">
        <dgm:presLayoutVars>
          <dgm:animLvl val="lvl"/>
          <dgm:resizeHandles val="exact"/>
        </dgm:presLayoutVars>
      </dgm:prSet>
      <dgm:spPr/>
    </dgm:pt>
    <dgm:pt modelId="{F58BC228-B41F-B040-93F6-E661A1BCB308}" type="pres">
      <dgm:prSet presAssocID="{E74582CF-6EEB-467E-8738-17F0A8E21784}" presName="compositeNode" presStyleCnt="0">
        <dgm:presLayoutVars>
          <dgm:bulletEnabled val="1"/>
        </dgm:presLayoutVars>
      </dgm:prSet>
      <dgm:spPr/>
    </dgm:pt>
    <dgm:pt modelId="{7BFD3205-9739-5445-9A51-DF08B748619E}" type="pres">
      <dgm:prSet presAssocID="{E74582CF-6EEB-467E-8738-17F0A8E21784}" presName="bgRect" presStyleLbl="alignNode1" presStyleIdx="0" presStyleCnt="3"/>
      <dgm:spPr/>
    </dgm:pt>
    <dgm:pt modelId="{BF2267EE-82C8-A748-82F4-26E9205186B4}" type="pres">
      <dgm:prSet presAssocID="{000BE892-D96E-4D1B-932F-DA4BB192D184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84FB60F7-4E36-E84B-9021-71514D829896}" type="pres">
      <dgm:prSet presAssocID="{E74582CF-6EEB-467E-8738-17F0A8E21784}" presName="nodeRect" presStyleLbl="alignNode1" presStyleIdx="0" presStyleCnt="3">
        <dgm:presLayoutVars>
          <dgm:bulletEnabled val="1"/>
        </dgm:presLayoutVars>
      </dgm:prSet>
      <dgm:spPr/>
    </dgm:pt>
    <dgm:pt modelId="{3565CE4F-DADC-B743-AA98-97F722BCEAAC}" type="pres">
      <dgm:prSet presAssocID="{000BE892-D96E-4D1B-932F-DA4BB192D184}" presName="sibTrans" presStyleCnt="0"/>
      <dgm:spPr/>
    </dgm:pt>
    <dgm:pt modelId="{FA692471-C889-A349-9C8D-341D8845098F}" type="pres">
      <dgm:prSet presAssocID="{CD61F8AB-90D2-44B4-977A-46E5886BD336}" presName="compositeNode" presStyleCnt="0">
        <dgm:presLayoutVars>
          <dgm:bulletEnabled val="1"/>
        </dgm:presLayoutVars>
      </dgm:prSet>
      <dgm:spPr/>
    </dgm:pt>
    <dgm:pt modelId="{C83EB73C-EEDE-7D46-BBB4-5FE0630AA7F4}" type="pres">
      <dgm:prSet presAssocID="{CD61F8AB-90D2-44B4-977A-46E5886BD336}" presName="bgRect" presStyleLbl="alignNode1" presStyleIdx="1" presStyleCnt="3"/>
      <dgm:spPr/>
    </dgm:pt>
    <dgm:pt modelId="{8C07072A-A6DA-5F4C-A6F2-966200678EEB}" type="pres">
      <dgm:prSet presAssocID="{7C73B604-8825-4718-96F8-811E67375397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97F2FCC7-4F70-AF44-B2BA-EE103AA58EBA}" type="pres">
      <dgm:prSet presAssocID="{CD61F8AB-90D2-44B4-977A-46E5886BD336}" presName="nodeRect" presStyleLbl="alignNode1" presStyleIdx="1" presStyleCnt="3">
        <dgm:presLayoutVars>
          <dgm:bulletEnabled val="1"/>
        </dgm:presLayoutVars>
      </dgm:prSet>
      <dgm:spPr/>
    </dgm:pt>
    <dgm:pt modelId="{A602B4F1-A93D-2849-B788-20F78D160BF2}" type="pres">
      <dgm:prSet presAssocID="{7C73B604-8825-4718-96F8-811E67375397}" presName="sibTrans" presStyleCnt="0"/>
      <dgm:spPr/>
    </dgm:pt>
    <dgm:pt modelId="{467CB63E-0562-974A-997D-6ECD1DDC0F24}" type="pres">
      <dgm:prSet presAssocID="{D90FFF0D-0458-4432-AD24-ACDE64DE9119}" presName="compositeNode" presStyleCnt="0">
        <dgm:presLayoutVars>
          <dgm:bulletEnabled val="1"/>
        </dgm:presLayoutVars>
      </dgm:prSet>
      <dgm:spPr/>
    </dgm:pt>
    <dgm:pt modelId="{35BBB8D6-E3B0-E84C-A405-2ED57A31EE41}" type="pres">
      <dgm:prSet presAssocID="{D90FFF0D-0458-4432-AD24-ACDE64DE9119}" presName="bgRect" presStyleLbl="alignNode1" presStyleIdx="2" presStyleCnt="3"/>
      <dgm:spPr/>
    </dgm:pt>
    <dgm:pt modelId="{9AF5D134-FE00-6948-8699-F4202716F7FC}" type="pres">
      <dgm:prSet presAssocID="{821B8364-025A-47F4-ADB2-B15EE1E91CEA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E8594F8D-9A83-2448-A914-DB76BA82C0A4}" type="pres">
      <dgm:prSet presAssocID="{D90FFF0D-0458-4432-AD24-ACDE64DE9119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A8019423-D37C-7247-9818-257926C46037}" type="presOf" srcId="{CD61F8AB-90D2-44B4-977A-46E5886BD336}" destId="{C83EB73C-EEDE-7D46-BBB4-5FE0630AA7F4}" srcOrd="0" destOrd="0" presId="urn:microsoft.com/office/officeart/2016/7/layout/LinearBlockProcessNumbered"/>
    <dgm:cxn modelId="{BBC6D726-DEF4-2945-AB5E-F0B8BF256D81}" type="presOf" srcId="{7C73B604-8825-4718-96F8-811E67375397}" destId="{8C07072A-A6DA-5F4C-A6F2-966200678EEB}" srcOrd="0" destOrd="0" presId="urn:microsoft.com/office/officeart/2016/7/layout/LinearBlockProcessNumbered"/>
    <dgm:cxn modelId="{FCFE5C2E-2201-4599-8497-01F4A4D68C03}" srcId="{ABC3BD6F-FF4B-49C4-B48B-DB598553322C}" destId="{CD61F8AB-90D2-44B4-977A-46E5886BD336}" srcOrd="1" destOrd="0" parTransId="{0B7F3721-ACF9-45FE-B69F-DDC85C6AA3B5}" sibTransId="{7C73B604-8825-4718-96F8-811E67375397}"/>
    <dgm:cxn modelId="{B1F0612E-037F-3847-9743-944D56F567CA}" type="presOf" srcId="{E74582CF-6EEB-467E-8738-17F0A8E21784}" destId="{84FB60F7-4E36-E84B-9021-71514D829896}" srcOrd="1" destOrd="0" presId="urn:microsoft.com/office/officeart/2016/7/layout/LinearBlockProcessNumbered"/>
    <dgm:cxn modelId="{D8E01F33-C4B2-084D-9774-408C507C441A}" type="presOf" srcId="{E74582CF-6EEB-467E-8738-17F0A8E21784}" destId="{7BFD3205-9739-5445-9A51-DF08B748619E}" srcOrd="0" destOrd="0" presId="urn:microsoft.com/office/officeart/2016/7/layout/LinearBlockProcessNumbered"/>
    <dgm:cxn modelId="{E395928A-1FEF-4DDD-A0F4-DBFE52D02281}" srcId="{ABC3BD6F-FF4B-49C4-B48B-DB598553322C}" destId="{D90FFF0D-0458-4432-AD24-ACDE64DE9119}" srcOrd="2" destOrd="0" parTransId="{98E9D6A0-78D5-4B7F-8881-6B890104F29C}" sibTransId="{821B8364-025A-47F4-ADB2-B15EE1E91CEA}"/>
    <dgm:cxn modelId="{8627EF8E-85AF-4C39-8CDC-7B2CB5B2E9DC}" srcId="{ABC3BD6F-FF4B-49C4-B48B-DB598553322C}" destId="{E74582CF-6EEB-467E-8738-17F0A8E21784}" srcOrd="0" destOrd="0" parTransId="{94478F03-DE74-47AA-8F98-B304525FB3B8}" sibTransId="{000BE892-D96E-4D1B-932F-DA4BB192D184}"/>
    <dgm:cxn modelId="{A5A38597-04A7-9E4A-9B04-870DEA130C8B}" type="presOf" srcId="{D90FFF0D-0458-4432-AD24-ACDE64DE9119}" destId="{35BBB8D6-E3B0-E84C-A405-2ED57A31EE41}" srcOrd="0" destOrd="0" presId="urn:microsoft.com/office/officeart/2016/7/layout/LinearBlockProcessNumbered"/>
    <dgm:cxn modelId="{E22649C1-7BA0-1744-B77B-7B236E970F98}" type="presOf" srcId="{D90FFF0D-0458-4432-AD24-ACDE64DE9119}" destId="{E8594F8D-9A83-2448-A914-DB76BA82C0A4}" srcOrd="1" destOrd="0" presId="urn:microsoft.com/office/officeart/2016/7/layout/LinearBlockProcessNumbered"/>
    <dgm:cxn modelId="{BEB87AC9-A103-324A-9231-CDFA12FBDC68}" type="presOf" srcId="{821B8364-025A-47F4-ADB2-B15EE1E91CEA}" destId="{9AF5D134-FE00-6948-8699-F4202716F7FC}" srcOrd="0" destOrd="0" presId="urn:microsoft.com/office/officeart/2016/7/layout/LinearBlockProcessNumbered"/>
    <dgm:cxn modelId="{8D7C33E7-89D1-304E-BA3C-EA44701353AC}" type="presOf" srcId="{000BE892-D96E-4D1B-932F-DA4BB192D184}" destId="{BF2267EE-82C8-A748-82F4-26E9205186B4}" srcOrd="0" destOrd="0" presId="urn:microsoft.com/office/officeart/2016/7/layout/LinearBlockProcessNumbered"/>
    <dgm:cxn modelId="{2D8E39EF-FA94-A54C-9818-3324AA0C17CB}" type="presOf" srcId="{CD61F8AB-90D2-44B4-977A-46E5886BD336}" destId="{97F2FCC7-4F70-AF44-B2BA-EE103AA58EBA}" srcOrd="1" destOrd="0" presId="urn:microsoft.com/office/officeart/2016/7/layout/LinearBlockProcessNumbered"/>
    <dgm:cxn modelId="{6666EFF2-064C-C348-868D-C27F09ABA123}" type="presOf" srcId="{ABC3BD6F-FF4B-49C4-B48B-DB598553322C}" destId="{AC72F62D-E16D-304D-AE1D-5788D7C0B082}" srcOrd="0" destOrd="0" presId="urn:microsoft.com/office/officeart/2016/7/layout/LinearBlockProcessNumbered"/>
    <dgm:cxn modelId="{D940DCBA-A473-A040-94CB-5EC1202088A6}" type="presParOf" srcId="{AC72F62D-E16D-304D-AE1D-5788D7C0B082}" destId="{F58BC228-B41F-B040-93F6-E661A1BCB308}" srcOrd="0" destOrd="0" presId="urn:microsoft.com/office/officeart/2016/7/layout/LinearBlockProcessNumbered"/>
    <dgm:cxn modelId="{90D6B956-87A7-2242-BCBC-8F36C5AA9E25}" type="presParOf" srcId="{F58BC228-B41F-B040-93F6-E661A1BCB308}" destId="{7BFD3205-9739-5445-9A51-DF08B748619E}" srcOrd="0" destOrd="0" presId="urn:microsoft.com/office/officeart/2016/7/layout/LinearBlockProcessNumbered"/>
    <dgm:cxn modelId="{0D67E29F-8BDE-9D46-B221-6F5A3EF92E52}" type="presParOf" srcId="{F58BC228-B41F-B040-93F6-E661A1BCB308}" destId="{BF2267EE-82C8-A748-82F4-26E9205186B4}" srcOrd="1" destOrd="0" presId="urn:microsoft.com/office/officeart/2016/7/layout/LinearBlockProcessNumbered"/>
    <dgm:cxn modelId="{8941BF89-ACA5-A54E-90DC-5D3FD7F81689}" type="presParOf" srcId="{F58BC228-B41F-B040-93F6-E661A1BCB308}" destId="{84FB60F7-4E36-E84B-9021-71514D829896}" srcOrd="2" destOrd="0" presId="urn:microsoft.com/office/officeart/2016/7/layout/LinearBlockProcessNumbered"/>
    <dgm:cxn modelId="{3692F00B-49FE-BD42-97CA-AA9650CA4C96}" type="presParOf" srcId="{AC72F62D-E16D-304D-AE1D-5788D7C0B082}" destId="{3565CE4F-DADC-B743-AA98-97F722BCEAAC}" srcOrd="1" destOrd="0" presId="urn:microsoft.com/office/officeart/2016/7/layout/LinearBlockProcessNumbered"/>
    <dgm:cxn modelId="{A2208929-EEBD-DE4A-BC7E-8704334191FC}" type="presParOf" srcId="{AC72F62D-E16D-304D-AE1D-5788D7C0B082}" destId="{FA692471-C889-A349-9C8D-341D8845098F}" srcOrd="2" destOrd="0" presId="urn:microsoft.com/office/officeart/2016/7/layout/LinearBlockProcessNumbered"/>
    <dgm:cxn modelId="{25D51B2F-776A-0642-9ECB-02CE3A810779}" type="presParOf" srcId="{FA692471-C889-A349-9C8D-341D8845098F}" destId="{C83EB73C-EEDE-7D46-BBB4-5FE0630AA7F4}" srcOrd="0" destOrd="0" presId="urn:microsoft.com/office/officeart/2016/7/layout/LinearBlockProcessNumbered"/>
    <dgm:cxn modelId="{BEA6E5C0-FAC1-FD4C-8451-64DDC173F733}" type="presParOf" srcId="{FA692471-C889-A349-9C8D-341D8845098F}" destId="{8C07072A-A6DA-5F4C-A6F2-966200678EEB}" srcOrd="1" destOrd="0" presId="urn:microsoft.com/office/officeart/2016/7/layout/LinearBlockProcessNumbered"/>
    <dgm:cxn modelId="{76BB50A9-5C91-5445-81E6-B87EEB84B4C8}" type="presParOf" srcId="{FA692471-C889-A349-9C8D-341D8845098F}" destId="{97F2FCC7-4F70-AF44-B2BA-EE103AA58EBA}" srcOrd="2" destOrd="0" presId="urn:microsoft.com/office/officeart/2016/7/layout/LinearBlockProcessNumbered"/>
    <dgm:cxn modelId="{E564ACB8-51E5-6644-BF25-D313B1D9B161}" type="presParOf" srcId="{AC72F62D-E16D-304D-AE1D-5788D7C0B082}" destId="{A602B4F1-A93D-2849-B788-20F78D160BF2}" srcOrd="3" destOrd="0" presId="urn:microsoft.com/office/officeart/2016/7/layout/LinearBlockProcessNumbered"/>
    <dgm:cxn modelId="{8B9CC5E9-EBE7-064F-998B-789EF327F781}" type="presParOf" srcId="{AC72F62D-E16D-304D-AE1D-5788D7C0B082}" destId="{467CB63E-0562-974A-997D-6ECD1DDC0F24}" srcOrd="4" destOrd="0" presId="urn:microsoft.com/office/officeart/2016/7/layout/LinearBlockProcessNumbered"/>
    <dgm:cxn modelId="{57B54549-84B8-FF41-8931-A5E52ED75726}" type="presParOf" srcId="{467CB63E-0562-974A-997D-6ECD1DDC0F24}" destId="{35BBB8D6-E3B0-E84C-A405-2ED57A31EE41}" srcOrd="0" destOrd="0" presId="urn:microsoft.com/office/officeart/2016/7/layout/LinearBlockProcessNumbered"/>
    <dgm:cxn modelId="{CCAA46EC-7FC5-FD45-830E-24550959C811}" type="presParOf" srcId="{467CB63E-0562-974A-997D-6ECD1DDC0F24}" destId="{9AF5D134-FE00-6948-8699-F4202716F7FC}" srcOrd="1" destOrd="0" presId="urn:microsoft.com/office/officeart/2016/7/layout/LinearBlockProcessNumbered"/>
    <dgm:cxn modelId="{9882F8FD-C5DF-D345-A528-061844A53E1A}" type="presParOf" srcId="{467CB63E-0562-974A-997D-6ECD1DDC0F24}" destId="{E8594F8D-9A83-2448-A914-DB76BA82C0A4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FD6651-4A87-498A-B58D-AF33D54BA86C}">
      <dsp:nvSpPr>
        <dsp:cNvPr id="0" name=""/>
        <dsp:cNvSpPr/>
      </dsp:nvSpPr>
      <dsp:spPr>
        <a:xfrm>
          <a:off x="0" y="1901"/>
          <a:ext cx="6301601" cy="8103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210EA5-4E0F-4936-AA92-849153122131}">
      <dsp:nvSpPr>
        <dsp:cNvPr id="0" name=""/>
        <dsp:cNvSpPr/>
      </dsp:nvSpPr>
      <dsp:spPr>
        <a:xfrm>
          <a:off x="245129" y="184229"/>
          <a:ext cx="445690" cy="44569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38079A-FE24-4FE9-9D0A-52BCFEEEAD75}">
      <dsp:nvSpPr>
        <dsp:cNvPr id="0" name=""/>
        <dsp:cNvSpPr/>
      </dsp:nvSpPr>
      <dsp:spPr>
        <a:xfrm>
          <a:off x="935949" y="1901"/>
          <a:ext cx="5365651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E-commerce platforms (like Amazon, Flipkart) handle massive, constant streams of data.</a:t>
          </a:r>
          <a:endParaRPr lang="en-US" sz="1500" kern="1200"/>
        </a:p>
      </dsp:txBody>
      <dsp:txXfrm>
        <a:off x="935949" y="1901"/>
        <a:ext cx="5365651" cy="810345"/>
      </dsp:txXfrm>
    </dsp:sp>
    <dsp:sp modelId="{BB770FBD-3952-4EE4-83C7-EECC47C2421D}">
      <dsp:nvSpPr>
        <dsp:cNvPr id="0" name=""/>
        <dsp:cNvSpPr/>
      </dsp:nvSpPr>
      <dsp:spPr>
        <a:xfrm>
          <a:off x="0" y="1014833"/>
          <a:ext cx="6301601" cy="8103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D2ED0F-5945-4E5D-AC15-B1CA2D38E410}">
      <dsp:nvSpPr>
        <dsp:cNvPr id="0" name=""/>
        <dsp:cNvSpPr/>
      </dsp:nvSpPr>
      <dsp:spPr>
        <a:xfrm>
          <a:off x="245129" y="1197161"/>
          <a:ext cx="445690" cy="44569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82A2FA-1053-416A-A102-4D07D8F5363D}">
      <dsp:nvSpPr>
        <dsp:cNvPr id="0" name=""/>
        <dsp:cNvSpPr/>
      </dsp:nvSpPr>
      <dsp:spPr>
        <a:xfrm>
          <a:off x="935949" y="1014833"/>
          <a:ext cx="5365651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This includes:</a:t>
          </a:r>
          <a:endParaRPr lang="en-US" sz="1500" kern="1200"/>
        </a:p>
      </dsp:txBody>
      <dsp:txXfrm>
        <a:off x="935949" y="1014833"/>
        <a:ext cx="5365651" cy="810345"/>
      </dsp:txXfrm>
    </dsp:sp>
    <dsp:sp modelId="{34469686-990C-430C-9D30-1E505015E838}">
      <dsp:nvSpPr>
        <dsp:cNvPr id="0" name=""/>
        <dsp:cNvSpPr/>
      </dsp:nvSpPr>
      <dsp:spPr>
        <a:xfrm>
          <a:off x="0" y="2027765"/>
          <a:ext cx="6301601" cy="8103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4B7735-1C37-4884-AD0A-7FDF9E760F90}">
      <dsp:nvSpPr>
        <dsp:cNvPr id="0" name=""/>
        <dsp:cNvSpPr/>
      </dsp:nvSpPr>
      <dsp:spPr>
        <a:xfrm>
          <a:off x="245129" y="2210093"/>
          <a:ext cx="445690" cy="44569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392842-47B4-4AFD-89D3-AC64B99B1DEA}">
      <dsp:nvSpPr>
        <dsp:cNvPr id="0" name=""/>
        <dsp:cNvSpPr/>
      </dsp:nvSpPr>
      <dsp:spPr>
        <a:xfrm>
          <a:off x="935949" y="2027765"/>
          <a:ext cx="5365651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/>
            <a:t>Large Product Catalogs:</a:t>
          </a:r>
          <a:r>
            <a:rPr lang="en-US" sz="1500" b="0" i="0" kern="1200" baseline="0"/>
            <a:t> Big JSON, CSV, or XML files.</a:t>
          </a:r>
          <a:endParaRPr lang="en-US" sz="1500" kern="1200"/>
        </a:p>
      </dsp:txBody>
      <dsp:txXfrm>
        <a:off x="935949" y="2027765"/>
        <a:ext cx="5365651" cy="810345"/>
      </dsp:txXfrm>
    </dsp:sp>
    <dsp:sp modelId="{A2BE88B3-3AB6-4D81-8D4E-7BE18DE33FE7}">
      <dsp:nvSpPr>
        <dsp:cNvPr id="0" name=""/>
        <dsp:cNvSpPr/>
      </dsp:nvSpPr>
      <dsp:spPr>
        <a:xfrm>
          <a:off x="0" y="3040697"/>
          <a:ext cx="6301601" cy="8103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1D3DF7-54D0-4FB5-9E63-38415E8B32ED}">
      <dsp:nvSpPr>
        <dsp:cNvPr id="0" name=""/>
        <dsp:cNvSpPr/>
      </dsp:nvSpPr>
      <dsp:spPr>
        <a:xfrm>
          <a:off x="245129" y="3223025"/>
          <a:ext cx="445690" cy="44569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0D144B-5172-4D3D-9792-8E357BE36D9D}">
      <dsp:nvSpPr>
        <dsp:cNvPr id="0" name=""/>
        <dsp:cNvSpPr/>
      </dsp:nvSpPr>
      <dsp:spPr>
        <a:xfrm>
          <a:off x="935949" y="3040697"/>
          <a:ext cx="5365651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/>
            <a:t>Real-Time Data:</a:t>
          </a:r>
          <a:r>
            <a:rPr lang="en-US" sz="1500" b="0" i="0" kern="1200" baseline="0"/>
            <a:t> Billions of user logs, search queries, and database transactions.</a:t>
          </a:r>
          <a:endParaRPr lang="en-US" sz="1500" kern="1200"/>
        </a:p>
      </dsp:txBody>
      <dsp:txXfrm>
        <a:off x="935949" y="3040697"/>
        <a:ext cx="5365651" cy="810345"/>
      </dsp:txXfrm>
    </dsp:sp>
    <dsp:sp modelId="{95D4FAA4-C264-49C5-8361-F457F227718D}">
      <dsp:nvSpPr>
        <dsp:cNvPr id="0" name=""/>
        <dsp:cNvSpPr/>
      </dsp:nvSpPr>
      <dsp:spPr>
        <a:xfrm>
          <a:off x="0" y="4053629"/>
          <a:ext cx="6301601" cy="8103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F4914A-33A1-45DB-A36D-99256A57FA88}">
      <dsp:nvSpPr>
        <dsp:cNvPr id="0" name=""/>
        <dsp:cNvSpPr/>
      </dsp:nvSpPr>
      <dsp:spPr>
        <a:xfrm>
          <a:off x="245129" y="4235957"/>
          <a:ext cx="445690" cy="44569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E80892-CDFD-4E2D-A347-0785C93392E7}">
      <dsp:nvSpPr>
        <dsp:cNvPr id="0" name=""/>
        <dsp:cNvSpPr/>
      </dsp:nvSpPr>
      <dsp:spPr>
        <a:xfrm>
          <a:off x="935949" y="4053629"/>
          <a:ext cx="5365651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/>
            <a:t>In-Memory Caches:</a:t>
          </a:r>
          <a:r>
            <a:rPr lang="en-US" sz="1500" b="0" i="0" kern="1200" baseline="0"/>
            <a:t> Gigabytes of user session data stored in RAM.</a:t>
          </a:r>
          <a:endParaRPr lang="en-US" sz="1500" kern="1200"/>
        </a:p>
      </dsp:txBody>
      <dsp:txXfrm>
        <a:off x="935949" y="4053629"/>
        <a:ext cx="5365651" cy="810345"/>
      </dsp:txXfrm>
    </dsp:sp>
    <dsp:sp modelId="{F874068D-821D-47B5-AC18-833A3BE71651}">
      <dsp:nvSpPr>
        <dsp:cNvPr id="0" name=""/>
        <dsp:cNvSpPr/>
      </dsp:nvSpPr>
      <dsp:spPr>
        <a:xfrm>
          <a:off x="0" y="5066561"/>
          <a:ext cx="6301601" cy="8103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D82E18-2D0B-4298-AC71-1555BA195CCB}">
      <dsp:nvSpPr>
        <dsp:cNvPr id="0" name=""/>
        <dsp:cNvSpPr/>
      </dsp:nvSpPr>
      <dsp:spPr>
        <a:xfrm>
          <a:off x="245129" y="5248889"/>
          <a:ext cx="445690" cy="44569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CF20D5-FB90-49BC-9479-A5F79E167162}">
      <dsp:nvSpPr>
        <dsp:cNvPr id="0" name=""/>
        <dsp:cNvSpPr/>
      </dsp:nvSpPr>
      <dsp:spPr>
        <a:xfrm>
          <a:off x="935949" y="5066561"/>
          <a:ext cx="5365651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/>
            <a:t>The Challenge:</a:t>
          </a:r>
          <a:r>
            <a:rPr lang="en-US" sz="1500" b="0" i="0" kern="1200" baseline="0"/>
            <a:t> We must compress this data to save storage and network costs, </a:t>
          </a:r>
          <a:r>
            <a:rPr lang="en-US" sz="1500" b="1" i="0" kern="1200" baseline="0"/>
            <a:t>but we cannot slow down the website.</a:t>
          </a:r>
          <a:endParaRPr lang="en-US" sz="1500" kern="1200"/>
        </a:p>
      </dsp:txBody>
      <dsp:txXfrm>
        <a:off x="935949" y="5066561"/>
        <a:ext cx="5365651" cy="8103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368BE4-0C62-C240-82BA-2EEADEFBC40E}">
      <dsp:nvSpPr>
        <dsp:cNvPr id="0" name=""/>
        <dsp:cNvSpPr/>
      </dsp:nvSpPr>
      <dsp:spPr>
        <a:xfrm>
          <a:off x="0" y="408604"/>
          <a:ext cx="6301601" cy="7956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This is the "classic" algorithm. It's the most common compression in the world, used by:</a:t>
          </a:r>
          <a:endParaRPr lang="en-US" sz="2000" kern="1200"/>
        </a:p>
      </dsp:txBody>
      <dsp:txXfrm>
        <a:off x="38838" y="447442"/>
        <a:ext cx="6223925" cy="717924"/>
      </dsp:txXfrm>
    </dsp:sp>
    <dsp:sp modelId="{7DEC65EE-B33C-FB4A-90F0-1D4B5820130C}">
      <dsp:nvSpPr>
        <dsp:cNvPr id="0" name=""/>
        <dsp:cNvSpPr/>
      </dsp:nvSpPr>
      <dsp:spPr>
        <a:xfrm>
          <a:off x="0" y="1261804"/>
          <a:ext cx="6301601" cy="795600"/>
        </a:xfrm>
        <a:prstGeom prst="roundRect">
          <a:avLst/>
        </a:prstGeom>
        <a:solidFill>
          <a:schemeClr val="accent2">
            <a:hueOff val="1288722"/>
            <a:satOff val="-3699"/>
            <a:lumOff val="-592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.zip files</a:t>
          </a:r>
          <a:endParaRPr lang="en-US" sz="2000" kern="1200"/>
        </a:p>
      </dsp:txBody>
      <dsp:txXfrm>
        <a:off x="38838" y="1300642"/>
        <a:ext cx="6223925" cy="717924"/>
      </dsp:txXfrm>
    </dsp:sp>
    <dsp:sp modelId="{515B2540-8C26-2943-8DDD-AF566B2300AA}">
      <dsp:nvSpPr>
        <dsp:cNvPr id="0" name=""/>
        <dsp:cNvSpPr/>
      </dsp:nvSpPr>
      <dsp:spPr>
        <a:xfrm>
          <a:off x="0" y="2115004"/>
          <a:ext cx="6301601" cy="795600"/>
        </a:xfrm>
        <a:prstGeom prst="roundRect">
          <a:avLst/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gzip (.gz) files</a:t>
          </a:r>
          <a:endParaRPr lang="en-US" sz="2000" kern="1200"/>
        </a:p>
      </dsp:txBody>
      <dsp:txXfrm>
        <a:off x="38838" y="2153842"/>
        <a:ext cx="6223925" cy="717924"/>
      </dsp:txXfrm>
    </dsp:sp>
    <dsp:sp modelId="{404BE731-DCBC-6843-957B-991651F3731A}">
      <dsp:nvSpPr>
        <dsp:cNvPr id="0" name=""/>
        <dsp:cNvSpPr/>
      </dsp:nvSpPr>
      <dsp:spPr>
        <a:xfrm>
          <a:off x="0" y="2968204"/>
          <a:ext cx="6301601" cy="795600"/>
        </a:xfrm>
        <a:prstGeom prst="roundRect">
          <a:avLst/>
        </a:prstGeom>
        <a:solidFill>
          <a:schemeClr val="accent2">
            <a:hueOff val="3866168"/>
            <a:satOff val="-11096"/>
            <a:lumOff val="-17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PNG images</a:t>
          </a:r>
          <a:endParaRPr lang="en-US" sz="2000" kern="1200"/>
        </a:p>
      </dsp:txBody>
      <dsp:txXfrm>
        <a:off x="38838" y="3007042"/>
        <a:ext cx="6223925" cy="717924"/>
      </dsp:txXfrm>
    </dsp:sp>
    <dsp:sp modelId="{E2830385-3EB6-3140-A265-B1B518F63B50}">
      <dsp:nvSpPr>
        <dsp:cNvPr id="0" name=""/>
        <dsp:cNvSpPr/>
      </dsp:nvSpPr>
      <dsp:spPr>
        <a:xfrm>
          <a:off x="0" y="3821404"/>
          <a:ext cx="6301601" cy="795600"/>
        </a:xfrm>
        <a:prstGeom prst="roundRect">
          <a:avLst/>
        </a:prstGeom>
        <a:solidFill>
          <a:schemeClr val="accent2">
            <a:hueOff val="5154890"/>
            <a:satOff val="-14794"/>
            <a:lumOff val="-2368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/>
            <a:t>Its Main Goal:</a:t>
          </a:r>
          <a:r>
            <a:rPr lang="en-US" sz="2000" b="0" i="0" kern="1200" baseline="0"/>
            <a:t> </a:t>
          </a:r>
          <a:r>
            <a:rPr lang="en-US" sz="2000" b="1" i="0" kern="1200" baseline="0"/>
            <a:t>Maximum Compression Ratio</a:t>
          </a:r>
          <a:r>
            <a:rPr lang="en-US" sz="2000" b="0" i="0" kern="1200" baseline="0"/>
            <a:t>. It was designed to make files as absolutely small as possible.</a:t>
          </a:r>
          <a:endParaRPr lang="en-US" sz="2000" kern="1200"/>
        </a:p>
      </dsp:txBody>
      <dsp:txXfrm>
        <a:off x="38838" y="3860242"/>
        <a:ext cx="6223925" cy="717924"/>
      </dsp:txXfrm>
    </dsp:sp>
    <dsp:sp modelId="{D3E9E696-2E5C-0640-A220-FE9E2A1FACAD}">
      <dsp:nvSpPr>
        <dsp:cNvPr id="0" name=""/>
        <dsp:cNvSpPr/>
      </dsp:nvSpPr>
      <dsp:spPr>
        <a:xfrm>
          <a:off x="0" y="4674604"/>
          <a:ext cx="6301601" cy="795600"/>
        </a:xfrm>
        <a:prstGeom prst="roundRect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It is the algorithm we are using as our baseline for comparison.</a:t>
          </a:r>
          <a:endParaRPr lang="en-US" sz="2000" kern="1200"/>
        </a:p>
      </dsp:txBody>
      <dsp:txXfrm>
        <a:off x="38838" y="4713442"/>
        <a:ext cx="6223925" cy="71792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DC060F-6435-4343-8466-F4486097D12E}">
      <dsp:nvSpPr>
        <dsp:cNvPr id="0" name=""/>
        <dsp:cNvSpPr/>
      </dsp:nvSpPr>
      <dsp:spPr>
        <a:xfrm>
          <a:off x="0" y="3548172"/>
          <a:ext cx="1575400" cy="232798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2042" tIns="163576" rIns="112042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Compress</a:t>
          </a:r>
        </a:p>
      </dsp:txBody>
      <dsp:txXfrm>
        <a:off x="0" y="3548172"/>
        <a:ext cx="1575400" cy="2327985"/>
      </dsp:txXfrm>
    </dsp:sp>
    <dsp:sp modelId="{68E121FB-CF0F-4340-9202-CB1A90F696DB}">
      <dsp:nvSpPr>
        <dsp:cNvPr id="0" name=""/>
        <dsp:cNvSpPr/>
      </dsp:nvSpPr>
      <dsp:spPr>
        <a:xfrm>
          <a:off x="1575400" y="3548172"/>
          <a:ext cx="4726200" cy="232798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870" tIns="228600" rIns="95870" bIns="2286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Compress Again (Huffman Coding)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This is the "heavy" part. It analyzes the result from Stage 1.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It counts every character and pointer and builds a custom "shorthand," giving the most common items the shortest bit-codes.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Result: A bit-stream. This file is incredibly small, but the two-stage process is computationally "heavy" and slow.</a:t>
          </a:r>
        </a:p>
      </dsp:txBody>
      <dsp:txXfrm>
        <a:off x="1575400" y="3548172"/>
        <a:ext cx="4726200" cy="2327985"/>
      </dsp:txXfrm>
    </dsp:sp>
    <dsp:sp modelId="{9EBD51C2-A822-8F4E-B8FC-774AACD1304B}">
      <dsp:nvSpPr>
        <dsp:cNvPr id="0" name=""/>
        <dsp:cNvSpPr/>
      </dsp:nvSpPr>
      <dsp:spPr>
        <a:xfrm rot="10800000">
          <a:off x="0" y="2650"/>
          <a:ext cx="1575400" cy="3580441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2042" tIns="163576" rIns="112042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Find</a:t>
          </a:r>
        </a:p>
      </dsp:txBody>
      <dsp:txXfrm rot="-10800000">
        <a:off x="0" y="2650"/>
        <a:ext cx="1575400" cy="2327287"/>
      </dsp:txXfrm>
    </dsp:sp>
    <dsp:sp modelId="{D1233630-934C-6A47-9DC4-88C68413F4ED}">
      <dsp:nvSpPr>
        <dsp:cNvPr id="0" name=""/>
        <dsp:cNvSpPr/>
      </dsp:nvSpPr>
      <dsp:spPr>
        <a:xfrm>
          <a:off x="1575400" y="2650"/>
          <a:ext cx="4726200" cy="2327287"/>
        </a:xfrm>
        <a:prstGeom prst="rect">
          <a:avLst/>
        </a:prstGeom>
        <a:solidFill>
          <a:schemeClr val="accent2">
            <a:tint val="40000"/>
            <a:alpha val="90000"/>
            <a:hueOff val="6734724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24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870" tIns="228600" rIns="95870" bIns="2286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Find Repeats (LZ77)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It scans the data and finds duplicate strings (e.g., "customer_email").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It replaces the second instance with a simple pointer: (Go back 50 bytes, copy 14 bytes).</a:t>
          </a:r>
        </a:p>
      </dsp:txBody>
      <dsp:txXfrm>
        <a:off x="1575400" y="2650"/>
        <a:ext cx="4726200" cy="232728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A1CC94-E73F-4EA9-AFB7-C38C58FB905D}">
      <dsp:nvSpPr>
        <dsp:cNvPr id="0" name=""/>
        <dsp:cNvSpPr/>
      </dsp:nvSpPr>
      <dsp:spPr>
        <a:xfrm>
          <a:off x="0" y="717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AFC036-1DFF-4CA4-B5F4-CDB15776E11D}">
      <dsp:nvSpPr>
        <dsp:cNvPr id="0" name=""/>
        <dsp:cNvSpPr/>
      </dsp:nvSpPr>
      <dsp:spPr>
        <a:xfrm>
          <a:off x="507973" y="378548"/>
          <a:ext cx="923587" cy="9235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68854D-B2B8-477E-9B51-374F5C041545}">
      <dsp:nvSpPr>
        <dsp:cNvPr id="0" name=""/>
        <dsp:cNvSpPr/>
      </dsp:nvSpPr>
      <dsp:spPr>
        <a:xfrm>
          <a:off x="1939533" y="717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0" kern="1200" baseline="0"/>
            <a:t>DEFLATE is Slow.</a:t>
          </a:r>
          <a:endParaRPr lang="en-US" sz="2300" kern="1200"/>
        </a:p>
      </dsp:txBody>
      <dsp:txXfrm>
        <a:off x="1939533" y="717"/>
        <a:ext cx="4362067" cy="1679249"/>
      </dsp:txXfrm>
    </dsp:sp>
    <dsp:sp modelId="{F8253D82-30F7-4EFA-B63E-58C3BF00B03D}">
      <dsp:nvSpPr>
        <dsp:cNvPr id="0" name=""/>
        <dsp:cNvSpPr/>
      </dsp:nvSpPr>
      <dsp:spPr>
        <a:xfrm>
          <a:off x="0" y="2099779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EEDB1B-D3C1-4919-8B3A-3D1D3EF55E86}">
      <dsp:nvSpPr>
        <dsp:cNvPr id="0" name=""/>
        <dsp:cNvSpPr/>
      </dsp:nvSpPr>
      <dsp:spPr>
        <a:xfrm>
          <a:off x="507973" y="2477610"/>
          <a:ext cx="923587" cy="9235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14478F-8E1F-4CBA-B678-A9B19838A921}">
      <dsp:nvSpPr>
        <dsp:cNvPr id="0" name=""/>
        <dsp:cNvSpPr/>
      </dsp:nvSpPr>
      <dsp:spPr>
        <a:xfrm>
          <a:off x="1939533" y="2099779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The Huffman coding stage (Stage 2) requires a lot of CPU power.</a:t>
          </a:r>
          <a:endParaRPr lang="en-US" sz="2300" kern="1200"/>
        </a:p>
      </dsp:txBody>
      <dsp:txXfrm>
        <a:off x="1939533" y="2099779"/>
        <a:ext cx="4362067" cy="1679249"/>
      </dsp:txXfrm>
    </dsp:sp>
    <dsp:sp modelId="{06656732-157F-40C2-B380-21366168A7B1}">
      <dsp:nvSpPr>
        <dsp:cNvPr id="0" name=""/>
        <dsp:cNvSpPr/>
      </dsp:nvSpPr>
      <dsp:spPr>
        <a:xfrm>
          <a:off x="0" y="4198841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ABA247-4A9A-42A7-A172-24250F5312D7}">
      <dsp:nvSpPr>
        <dsp:cNvPr id="0" name=""/>
        <dsp:cNvSpPr/>
      </dsp:nvSpPr>
      <dsp:spPr>
        <a:xfrm>
          <a:off x="507973" y="4576672"/>
          <a:ext cx="923587" cy="9235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86F162-1F6F-45E2-9FD9-6025784DDCAF}">
      <dsp:nvSpPr>
        <dsp:cNvPr id="0" name=""/>
        <dsp:cNvSpPr/>
      </dsp:nvSpPr>
      <dsp:spPr>
        <a:xfrm>
          <a:off x="1939533" y="4198841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It's a </a:t>
          </a:r>
          <a:r>
            <a:rPr lang="en-US" sz="2300" b="1" i="0" kern="1200" baseline="0"/>
            <a:t>performance bottleneck</a:t>
          </a:r>
          <a:r>
            <a:rPr lang="en-US" sz="2300" b="0" i="0" kern="1200" baseline="0"/>
            <a:t>. A server can't wait 200 milliseconds to compress a search result for a user.</a:t>
          </a:r>
          <a:endParaRPr lang="en-US" sz="2300" kern="1200"/>
        </a:p>
      </dsp:txBody>
      <dsp:txXfrm>
        <a:off x="1939533" y="4198841"/>
        <a:ext cx="4362067" cy="167924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FD1EEA-DCFB-498A-A47C-391F552D3B7C}">
      <dsp:nvSpPr>
        <dsp:cNvPr id="0" name=""/>
        <dsp:cNvSpPr/>
      </dsp:nvSpPr>
      <dsp:spPr>
        <a:xfrm>
          <a:off x="947201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298E09-4D4F-42C4-B0DD-266B1D85CC1E}">
      <dsp:nvSpPr>
        <dsp:cNvPr id="0" name=""/>
        <dsp:cNvSpPr/>
      </dsp:nvSpPr>
      <dsp:spPr>
        <a:xfrm>
          <a:off x="59990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baseline="0"/>
            <a:t>Snappy is a modern compression library built by Google.</a:t>
          </a:r>
          <a:endParaRPr lang="en-US" sz="1200" kern="1200"/>
        </a:p>
      </dsp:txBody>
      <dsp:txXfrm>
        <a:off x="59990" y="2654049"/>
        <a:ext cx="3226223" cy="720000"/>
      </dsp:txXfrm>
    </dsp:sp>
    <dsp:sp modelId="{546209C6-8A12-49D5-9E31-50866CB2BE1B}">
      <dsp:nvSpPr>
        <dsp:cNvPr id="0" name=""/>
        <dsp:cNvSpPr/>
      </dsp:nvSpPr>
      <dsp:spPr>
        <a:xfrm>
          <a:off x="4738014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6DC5B1-B69C-4C07-937F-8CD7C8ACAE60}">
      <dsp:nvSpPr>
        <dsp:cNvPr id="0" name=""/>
        <dsp:cNvSpPr/>
      </dsp:nvSpPr>
      <dsp:spPr>
        <a:xfrm>
          <a:off x="3850802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baseline="0"/>
            <a:t>Its Main Goal:</a:t>
          </a:r>
          <a:r>
            <a:rPr lang="en-US" sz="1200" b="0" i="0" kern="1200" baseline="0"/>
            <a:t> </a:t>
          </a:r>
          <a:r>
            <a:rPr lang="en-US" sz="1200" b="1" i="0" kern="1200" baseline="0"/>
            <a:t>Maximum Speed</a:t>
          </a:r>
          <a:r>
            <a:rPr lang="en-US" sz="1200" b="0" i="0" kern="1200" baseline="0"/>
            <a:t>.</a:t>
          </a:r>
          <a:endParaRPr lang="en-US" sz="1200" kern="1200"/>
        </a:p>
      </dsp:txBody>
      <dsp:txXfrm>
        <a:off x="3850802" y="2654049"/>
        <a:ext cx="3226223" cy="720000"/>
      </dsp:txXfrm>
    </dsp:sp>
    <dsp:sp modelId="{063AAB38-FC4C-453C-AA21-F0DCBBDE7B84}">
      <dsp:nvSpPr>
        <dsp:cNvPr id="0" name=""/>
        <dsp:cNvSpPr/>
      </dsp:nvSpPr>
      <dsp:spPr>
        <a:xfrm>
          <a:off x="8528826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A3B8E2-C8D1-4882-B64C-BB4FDF79561B}">
      <dsp:nvSpPr>
        <dsp:cNvPr id="0" name=""/>
        <dsp:cNvSpPr/>
      </dsp:nvSpPr>
      <dsp:spPr>
        <a:xfrm>
          <a:off x="7641615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baseline="0"/>
            <a:t>It was designed </a:t>
          </a:r>
          <a:r>
            <a:rPr lang="en-US" sz="1200" b="0" i="1" kern="1200" baseline="0"/>
            <a:t>specifically</a:t>
          </a:r>
          <a:r>
            <a:rPr lang="en-US" sz="1200" b="0" i="0" kern="1200" baseline="0"/>
            <a:t> to solve DEFLATE's speed problem. It's built for servers, databases, and big data systems where speed is more important than file size.</a:t>
          </a:r>
          <a:endParaRPr lang="en-US" sz="1200" kern="1200"/>
        </a:p>
      </dsp:txBody>
      <dsp:txXfrm>
        <a:off x="7641615" y="2654049"/>
        <a:ext cx="3226223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9AE0CA-9717-4040-9789-9D269AF8C3B6}">
      <dsp:nvSpPr>
        <dsp:cNvPr id="0" name=""/>
        <dsp:cNvSpPr/>
      </dsp:nvSpPr>
      <dsp:spPr>
        <a:xfrm>
          <a:off x="0" y="717"/>
          <a:ext cx="63016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5CC4FB-28D3-3141-BD3D-2F07357D4EB6}">
      <dsp:nvSpPr>
        <dsp:cNvPr id="0" name=""/>
        <dsp:cNvSpPr/>
      </dsp:nvSpPr>
      <dsp:spPr>
        <a:xfrm>
          <a:off x="0" y="717"/>
          <a:ext cx="63016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0" kern="1200" baseline="0"/>
            <a:t>Stage 1: Find Repeats (LZ77-like)</a:t>
          </a:r>
          <a:endParaRPr lang="en-US" sz="2300" kern="1200"/>
        </a:p>
      </dsp:txBody>
      <dsp:txXfrm>
        <a:off x="0" y="717"/>
        <a:ext cx="6301601" cy="1175474"/>
      </dsp:txXfrm>
    </dsp:sp>
    <dsp:sp modelId="{F9AB96CB-5436-D443-80E5-B2CC3E9A638E}">
      <dsp:nvSpPr>
        <dsp:cNvPr id="0" name=""/>
        <dsp:cNvSpPr/>
      </dsp:nvSpPr>
      <dsp:spPr>
        <a:xfrm>
          <a:off x="0" y="1176192"/>
          <a:ext cx="63016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612E60-BE3A-CB40-B3CD-308AC064CED8}">
      <dsp:nvSpPr>
        <dsp:cNvPr id="0" name=""/>
        <dsp:cNvSpPr/>
      </dsp:nvSpPr>
      <dsp:spPr>
        <a:xfrm>
          <a:off x="0" y="1176192"/>
          <a:ext cx="63016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It scans the data and finds duplicate strings.</a:t>
          </a:r>
          <a:endParaRPr lang="en-US" sz="2300" kern="1200"/>
        </a:p>
      </dsp:txBody>
      <dsp:txXfrm>
        <a:off x="0" y="1176192"/>
        <a:ext cx="6301601" cy="1175474"/>
      </dsp:txXfrm>
    </dsp:sp>
    <dsp:sp modelId="{47E9CE12-F97E-E34A-AF5B-23D6022B5220}">
      <dsp:nvSpPr>
        <dsp:cNvPr id="0" name=""/>
        <dsp:cNvSpPr/>
      </dsp:nvSpPr>
      <dsp:spPr>
        <a:xfrm>
          <a:off x="0" y="2351667"/>
          <a:ext cx="63016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443EDE-81EF-F047-8AC2-C4581EDBB181}">
      <dsp:nvSpPr>
        <dsp:cNvPr id="0" name=""/>
        <dsp:cNvSpPr/>
      </dsp:nvSpPr>
      <dsp:spPr>
        <a:xfrm>
          <a:off x="0" y="2351667"/>
          <a:ext cx="63016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It replaces them with a simple pointer: (Go back 50 bytes, copy 14 bytes).</a:t>
          </a:r>
          <a:endParaRPr lang="en-US" sz="2300" kern="1200"/>
        </a:p>
      </dsp:txBody>
      <dsp:txXfrm>
        <a:off x="0" y="2351667"/>
        <a:ext cx="6301601" cy="1175474"/>
      </dsp:txXfrm>
    </dsp:sp>
    <dsp:sp modelId="{EB76318C-B87A-524B-88FE-4FE2CD8DB80C}">
      <dsp:nvSpPr>
        <dsp:cNvPr id="0" name=""/>
        <dsp:cNvSpPr/>
      </dsp:nvSpPr>
      <dsp:spPr>
        <a:xfrm>
          <a:off x="0" y="3527141"/>
          <a:ext cx="63016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E49716-7623-4249-8CCE-C0E8E7D67D1D}">
      <dsp:nvSpPr>
        <dsp:cNvPr id="0" name=""/>
        <dsp:cNvSpPr/>
      </dsp:nvSpPr>
      <dsp:spPr>
        <a:xfrm>
          <a:off x="0" y="3527141"/>
          <a:ext cx="63016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0" kern="1200" baseline="0"/>
            <a:t>Key Difference:</a:t>
          </a:r>
          <a:r>
            <a:rPr lang="en-US" sz="2300" b="0" i="0" kern="1200" baseline="0"/>
            <a:t> Snappy </a:t>
          </a:r>
          <a:r>
            <a:rPr lang="en-US" sz="2300" b="1" i="0" kern="1200" baseline="0"/>
            <a:t>completely skips</a:t>
          </a:r>
          <a:r>
            <a:rPr lang="en-US" sz="2300" b="0" i="0" kern="1200" baseline="0"/>
            <a:t> the slow, heavy Huffman coding stage.</a:t>
          </a:r>
          <a:endParaRPr lang="en-US" sz="2300" kern="1200"/>
        </a:p>
      </dsp:txBody>
      <dsp:txXfrm>
        <a:off x="0" y="3527141"/>
        <a:ext cx="6301601" cy="1175474"/>
      </dsp:txXfrm>
    </dsp:sp>
    <dsp:sp modelId="{094843E7-5602-8A48-81C4-5C1C3A96D7C6}">
      <dsp:nvSpPr>
        <dsp:cNvPr id="0" name=""/>
        <dsp:cNvSpPr/>
      </dsp:nvSpPr>
      <dsp:spPr>
        <a:xfrm>
          <a:off x="0" y="4702616"/>
          <a:ext cx="63016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21C56E-802B-6345-A76E-02CE9979D0BE}">
      <dsp:nvSpPr>
        <dsp:cNvPr id="0" name=""/>
        <dsp:cNvSpPr/>
      </dsp:nvSpPr>
      <dsp:spPr>
        <a:xfrm>
          <a:off x="0" y="4702616"/>
          <a:ext cx="63016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0" kern="1200" baseline="0"/>
            <a:t>Result:</a:t>
          </a:r>
          <a:r>
            <a:rPr lang="en-US" sz="2300" b="0" i="0" kern="1200" baseline="0"/>
            <a:t> A </a:t>
          </a:r>
          <a:r>
            <a:rPr lang="en-US" sz="2300" b="1" i="0" kern="1200" baseline="0"/>
            <a:t>byte-stream</a:t>
          </a:r>
          <a:r>
            <a:rPr lang="en-US" sz="2300" b="0" i="0" kern="1200" baseline="0"/>
            <a:t>. The file isn't as small as DEFLATE's, but the entire process is 10x-20x faster.</a:t>
          </a:r>
          <a:endParaRPr lang="en-US" sz="2300" kern="1200"/>
        </a:p>
      </dsp:txBody>
      <dsp:txXfrm>
        <a:off x="0" y="4702616"/>
        <a:ext cx="6301601" cy="117547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633617-F283-4FD7-ACD8-27511AD93456}">
      <dsp:nvSpPr>
        <dsp:cNvPr id="0" name=""/>
        <dsp:cNvSpPr/>
      </dsp:nvSpPr>
      <dsp:spPr>
        <a:xfrm>
          <a:off x="282221" y="368029"/>
          <a:ext cx="1371985" cy="13719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0DE507-FF2A-4213-B91E-17D52EC27DA6}">
      <dsp:nvSpPr>
        <dsp:cNvPr id="0" name=""/>
        <dsp:cNvSpPr/>
      </dsp:nvSpPr>
      <dsp:spPr>
        <a:xfrm>
          <a:off x="570337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2A8CA3-1B4F-47E4-A144-99F501429357}">
      <dsp:nvSpPr>
        <dsp:cNvPr id="0" name=""/>
        <dsp:cNvSpPr/>
      </dsp:nvSpPr>
      <dsp:spPr>
        <a:xfrm>
          <a:off x="1948202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DEFLATE's output is a </a:t>
          </a:r>
          <a:r>
            <a:rPr lang="en-US" sz="1700" b="1" i="0" kern="1200" baseline="0"/>
            <a:t>bit-stream</a:t>
          </a:r>
          <a:r>
            <a:rPr lang="en-US" sz="1700" b="0" i="0" kern="1200" baseline="0"/>
            <a:t>. The CPU has to do complex math to read every single bit. This is </a:t>
          </a:r>
          <a:r>
            <a:rPr lang="en-US" sz="1700" b="1" i="0" kern="1200" baseline="0"/>
            <a:t>slow</a:t>
          </a:r>
          <a:r>
            <a:rPr lang="en-US" sz="1700" b="0" i="0" kern="1200" baseline="0"/>
            <a:t>.</a:t>
          </a:r>
          <a:endParaRPr lang="en-US" sz="1700" kern="1200"/>
        </a:p>
      </dsp:txBody>
      <dsp:txXfrm>
        <a:off x="1948202" y="368029"/>
        <a:ext cx="3233964" cy="1371985"/>
      </dsp:txXfrm>
    </dsp:sp>
    <dsp:sp modelId="{077BA195-2A8A-4BB6-8ED7-6CE5FF22FB33}">
      <dsp:nvSpPr>
        <dsp:cNvPr id="0" name=""/>
        <dsp:cNvSpPr/>
      </dsp:nvSpPr>
      <dsp:spPr>
        <a:xfrm>
          <a:off x="5745661" y="368029"/>
          <a:ext cx="1371985" cy="13719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A3F726-B738-48EF-946C-BDE55280120B}">
      <dsp:nvSpPr>
        <dsp:cNvPr id="0" name=""/>
        <dsp:cNvSpPr/>
      </dsp:nvSpPr>
      <dsp:spPr>
        <a:xfrm>
          <a:off x="6033778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33A4B3-64CB-4A9B-B634-69A039333A22}">
      <dsp:nvSpPr>
        <dsp:cNvPr id="0" name=""/>
        <dsp:cNvSpPr/>
      </dsp:nvSpPr>
      <dsp:spPr>
        <a:xfrm>
          <a:off x="7411643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Snappy's output is a </a:t>
          </a:r>
          <a:r>
            <a:rPr lang="en-US" sz="1700" b="1" i="0" kern="1200" baseline="0"/>
            <a:t>byte-stream</a:t>
          </a:r>
          <a:r>
            <a:rPr lang="en-US" sz="1700" b="0" i="0" kern="1200" baseline="0"/>
            <a:t>. The CPU can read it using simple, fast memory copies. This is </a:t>
          </a:r>
          <a:r>
            <a:rPr lang="en-US" sz="1700" b="1" i="0" kern="1200" baseline="0"/>
            <a:t>extremely fast</a:t>
          </a:r>
          <a:r>
            <a:rPr lang="en-US" sz="1700" b="0" i="0" kern="1200" baseline="0"/>
            <a:t>.</a:t>
          </a:r>
          <a:endParaRPr lang="en-US" sz="1700" kern="1200"/>
        </a:p>
      </dsp:txBody>
      <dsp:txXfrm>
        <a:off x="7411643" y="368029"/>
        <a:ext cx="3233964" cy="1371985"/>
      </dsp:txXfrm>
    </dsp:sp>
    <dsp:sp modelId="{1D1ADBFD-8448-44E0-ADBE-48D5B03B74CD}">
      <dsp:nvSpPr>
        <dsp:cNvPr id="0" name=""/>
        <dsp:cNvSpPr/>
      </dsp:nvSpPr>
      <dsp:spPr>
        <a:xfrm>
          <a:off x="282221" y="2452790"/>
          <a:ext cx="1371985" cy="13719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B60735-D0FF-4624-ADA1-EFE8AADF81B6}">
      <dsp:nvSpPr>
        <dsp:cNvPr id="0" name=""/>
        <dsp:cNvSpPr/>
      </dsp:nvSpPr>
      <dsp:spPr>
        <a:xfrm>
          <a:off x="570337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FF4355-E9C2-447D-A9F6-2AA110842E71}">
      <dsp:nvSpPr>
        <dsp:cNvPr id="0" name=""/>
        <dsp:cNvSpPr/>
      </dsp:nvSpPr>
      <dsp:spPr>
        <a:xfrm>
          <a:off x="1948202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Our Justification:</a:t>
          </a:r>
          <a:r>
            <a:rPr lang="en-US" sz="1700" b="0" i="0" kern="1200" baseline="0"/>
            <a:t> In e-commerce, we are </a:t>
          </a:r>
          <a:r>
            <a:rPr lang="en-US" sz="1700" b="1" i="0" kern="1200" baseline="0"/>
            <a:t>NOT</a:t>
          </a:r>
          <a:r>
            <a:rPr lang="en-US" sz="1700" b="0" i="0" kern="1200" baseline="0"/>
            <a:t> limited by disk space (which is cheap). We </a:t>
          </a:r>
          <a:r>
            <a:rPr lang="en-US" sz="1700" b="1" i="0" kern="1200" baseline="0"/>
            <a:t>ARE</a:t>
          </a:r>
          <a:r>
            <a:rPr lang="en-US" sz="1700" b="0" i="0" kern="1200" baseline="0"/>
            <a:t> limited by CPU time and user patience (which are expensive).</a:t>
          </a:r>
          <a:endParaRPr lang="en-US" sz="1700" kern="1200"/>
        </a:p>
      </dsp:txBody>
      <dsp:txXfrm>
        <a:off x="1948202" y="2452790"/>
        <a:ext cx="3233964" cy="1371985"/>
      </dsp:txXfrm>
    </dsp:sp>
    <dsp:sp modelId="{8E8476A1-FEA7-4297-84F6-52DFA5BFF338}">
      <dsp:nvSpPr>
        <dsp:cNvPr id="0" name=""/>
        <dsp:cNvSpPr/>
      </dsp:nvSpPr>
      <dsp:spPr>
        <a:xfrm>
          <a:off x="5745661" y="2452790"/>
          <a:ext cx="1371985" cy="13719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8D3D97-E0E6-4E28-9E3C-213CC29267E2}">
      <dsp:nvSpPr>
        <dsp:cNvPr id="0" name=""/>
        <dsp:cNvSpPr/>
      </dsp:nvSpPr>
      <dsp:spPr>
        <a:xfrm>
          <a:off x="6033778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F1A2FC-0FAD-4FFE-942C-A0D651744D3D}">
      <dsp:nvSpPr>
        <dsp:cNvPr id="0" name=""/>
        <dsp:cNvSpPr/>
      </dsp:nvSpPr>
      <dsp:spPr>
        <a:xfrm>
          <a:off x="7411643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We are making a deliberate trade: We accept a slightly larger file to gain a massive improvement in performance.</a:t>
          </a:r>
          <a:endParaRPr lang="en-US" sz="1700" kern="1200"/>
        </a:p>
      </dsp:txBody>
      <dsp:txXfrm>
        <a:off x="7411643" y="2452790"/>
        <a:ext cx="3233964" cy="137198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B22AF0-8D52-7848-B061-64F75313A04B}">
      <dsp:nvSpPr>
        <dsp:cNvPr id="0" name=""/>
        <dsp:cNvSpPr/>
      </dsp:nvSpPr>
      <dsp:spPr>
        <a:xfrm>
          <a:off x="933" y="1628681"/>
          <a:ext cx="1870883" cy="93544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Snappy isn't just a theory; it's the industry standard for high-speed compression. It's used by:</a:t>
          </a:r>
          <a:endParaRPr lang="en-US" sz="1100" kern="1200"/>
        </a:p>
      </dsp:txBody>
      <dsp:txXfrm>
        <a:off x="933" y="1628681"/>
        <a:ext cx="1870883" cy="935441"/>
      </dsp:txXfrm>
    </dsp:sp>
    <dsp:sp modelId="{73F0A143-B61B-8C49-A3EB-FEA3CFCD01F6}">
      <dsp:nvSpPr>
        <dsp:cNvPr id="0" name=""/>
        <dsp:cNvSpPr/>
      </dsp:nvSpPr>
      <dsp:spPr>
        <a:xfrm>
          <a:off x="2264703" y="1628681"/>
          <a:ext cx="1870883" cy="93544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Google:</a:t>
          </a:r>
          <a:r>
            <a:rPr lang="en-US" sz="1100" b="0" i="0" kern="1200" baseline="0"/>
            <a:t> (Used internally to process petabytes of data).</a:t>
          </a:r>
          <a:endParaRPr lang="en-US" sz="1100" kern="1200"/>
        </a:p>
      </dsp:txBody>
      <dsp:txXfrm>
        <a:off x="2264703" y="1628681"/>
        <a:ext cx="1870883" cy="935441"/>
      </dsp:txXfrm>
    </dsp:sp>
    <dsp:sp modelId="{C696797A-C082-7541-A564-63CD1A7A3667}">
      <dsp:nvSpPr>
        <dsp:cNvPr id="0" name=""/>
        <dsp:cNvSpPr/>
      </dsp:nvSpPr>
      <dsp:spPr>
        <a:xfrm>
          <a:off x="4528472" y="1628681"/>
          <a:ext cx="1870883" cy="93544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Apache Spark &amp; Hadoop:</a:t>
          </a:r>
          <a:r>
            <a:rPr lang="en-US" sz="1100" b="0" i="0" kern="1200" baseline="0"/>
            <a:t> The default compression for many big-data operations.</a:t>
          </a:r>
          <a:endParaRPr lang="en-US" sz="1100" kern="1200"/>
        </a:p>
      </dsp:txBody>
      <dsp:txXfrm>
        <a:off x="4528472" y="1628681"/>
        <a:ext cx="1870883" cy="935441"/>
      </dsp:txXfrm>
    </dsp:sp>
    <dsp:sp modelId="{0B08583C-09EF-7F48-B1B8-FB29F572768D}">
      <dsp:nvSpPr>
        <dsp:cNvPr id="0" name=""/>
        <dsp:cNvSpPr/>
      </dsp:nvSpPr>
      <dsp:spPr>
        <a:xfrm>
          <a:off x="6792242" y="1628681"/>
          <a:ext cx="1870883" cy="93544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Databases:</a:t>
          </a:r>
          <a:r>
            <a:rPr lang="en-US" sz="1100" b="0" i="0" kern="1200" baseline="0"/>
            <a:t> MongoDB, Cassandra, RocksDB, and others use Snappy to compress data on disk without slowing down queries.</a:t>
          </a:r>
          <a:endParaRPr lang="en-US" sz="1100" kern="1200"/>
        </a:p>
      </dsp:txBody>
      <dsp:txXfrm>
        <a:off x="6792242" y="1628681"/>
        <a:ext cx="1870883" cy="935441"/>
      </dsp:txXfrm>
    </dsp:sp>
    <dsp:sp modelId="{093B9A73-9E1E-6D46-81B5-3D0DF24753F7}">
      <dsp:nvSpPr>
        <dsp:cNvPr id="0" name=""/>
        <dsp:cNvSpPr/>
      </dsp:nvSpPr>
      <dsp:spPr>
        <a:xfrm>
          <a:off x="9056011" y="1628681"/>
          <a:ext cx="1870883" cy="93544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Message Queues:</a:t>
          </a:r>
          <a:r>
            <a:rPr lang="en-US" sz="1100" b="0" i="0" kern="1200" baseline="0"/>
            <a:t> Apache Kafka uses it to compress real-time data streams.</a:t>
          </a:r>
          <a:endParaRPr lang="en-US" sz="1100" kern="1200"/>
        </a:p>
      </dsp:txBody>
      <dsp:txXfrm>
        <a:off x="9056011" y="1628681"/>
        <a:ext cx="1870883" cy="93544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FD3205-9739-5445-9A51-DF08B748619E}">
      <dsp:nvSpPr>
        <dsp:cNvPr id="0" name=""/>
        <dsp:cNvSpPr/>
      </dsp:nvSpPr>
      <dsp:spPr>
        <a:xfrm>
          <a:off x="853" y="21822"/>
          <a:ext cx="3457633" cy="414916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0" rIns="341537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/>
            <a:t>DEFLATE</a:t>
          </a:r>
          <a:r>
            <a:rPr lang="en-US" sz="2100" b="0" i="0" kern="1200" baseline="0"/>
            <a:t> is an excellent algorithm for </a:t>
          </a:r>
          <a:r>
            <a:rPr lang="en-US" sz="2100" b="0" i="1" kern="1200" baseline="0"/>
            <a:t>archiving</a:t>
          </a:r>
          <a:r>
            <a:rPr lang="en-US" sz="2100" b="0" i="0" kern="1200" baseline="0"/>
            <a:t> files, where size is the only goal. It is the wrong choice for a real-time e-commerce application.</a:t>
          </a:r>
          <a:endParaRPr lang="en-US" sz="2100" kern="1200"/>
        </a:p>
      </dsp:txBody>
      <dsp:txXfrm>
        <a:off x="853" y="1681486"/>
        <a:ext cx="3457633" cy="2489496"/>
      </dsp:txXfrm>
    </dsp:sp>
    <dsp:sp modelId="{BF2267EE-82C8-A748-82F4-26E9205186B4}">
      <dsp:nvSpPr>
        <dsp:cNvPr id="0" name=""/>
        <dsp:cNvSpPr/>
      </dsp:nvSpPr>
      <dsp:spPr>
        <a:xfrm>
          <a:off x="853" y="21822"/>
          <a:ext cx="3457633" cy="1659664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165100" rIns="341537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853" y="21822"/>
        <a:ext cx="3457633" cy="1659664"/>
      </dsp:txXfrm>
    </dsp:sp>
    <dsp:sp modelId="{C83EB73C-EEDE-7D46-BBB4-5FE0630AA7F4}">
      <dsp:nvSpPr>
        <dsp:cNvPr id="0" name=""/>
        <dsp:cNvSpPr/>
      </dsp:nvSpPr>
      <dsp:spPr>
        <a:xfrm>
          <a:off x="3735097" y="21822"/>
          <a:ext cx="3457633" cy="414916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0" rIns="341537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/>
            <a:t>Snappy</a:t>
          </a:r>
          <a:r>
            <a:rPr lang="en-US" sz="2100" b="0" i="0" kern="1200" baseline="0"/>
            <a:t> is </a:t>
          </a:r>
          <a:r>
            <a:rPr lang="en-US" sz="2100" b="0" i="1" kern="1200" baseline="0"/>
            <a:t>designed</a:t>
          </a:r>
          <a:r>
            <a:rPr lang="en-US" sz="2100" b="0" i="0" kern="1200" baseline="0"/>
            <a:t> for our exact problem. Its speed-first approach eliminates performance bottlenecks.</a:t>
          </a:r>
          <a:endParaRPr lang="en-US" sz="2100" kern="1200"/>
        </a:p>
      </dsp:txBody>
      <dsp:txXfrm>
        <a:off x="3735097" y="1681486"/>
        <a:ext cx="3457633" cy="2489496"/>
      </dsp:txXfrm>
    </dsp:sp>
    <dsp:sp modelId="{8C07072A-A6DA-5F4C-A6F2-966200678EEB}">
      <dsp:nvSpPr>
        <dsp:cNvPr id="0" name=""/>
        <dsp:cNvSpPr/>
      </dsp:nvSpPr>
      <dsp:spPr>
        <a:xfrm>
          <a:off x="3735097" y="21822"/>
          <a:ext cx="3457633" cy="1659664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165100" rIns="341537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735097" y="21822"/>
        <a:ext cx="3457633" cy="1659664"/>
      </dsp:txXfrm>
    </dsp:sp>
    <dsp:sp modelId="{35BBB8D6-E3B0-E84C-A405-2ED57A31EE41}">
      <dsp:nvSpPr>
        <dsp:cNvPr id="0" name=""/>
        <dsp:cNvSpPr/>
      </dsp:nvSpPr>
      <dsp:spPr>
        <a:xfrm>
          <a:off x="7469341" y="21822"/>
          <a:ext cx="3457633" cy="414916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0" rIns="341537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My project's test results show Snappy is 10-16x faster, which is the difference between a lagging website and an instant one.</a:t>
          </a:r>
          <a:endParaRPr lang="en-US" sz="2100" kern="1200"/>
        </a:p>
      </dsp:txBody>
      <dsp:txXfrm>
        <a:off x="7469341" y="1681486"/>
        <a:ext cx="3457633" cy="2489496"/>
      </dsp:txXfrm>
    </dsp:sp>
    <dsp:sp modelId="{9AF5D134-FE00-6948-8699-F4202716F7FC}">
      <dsp:nvSpPr>
        <dsp:cNvPr id="0" name=""/>
        <dsp:cNvSpPr/>
      </dsp:nvSpPr>
      <dsp:spPr>
        <a:xfrm>
          <a:off x="7469341" y="21822"/>
          <a:ext cx="3457633" cy="1659664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165100" rIns="341537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7469341" y="21822"/>
        <a:ext cx="3457633" cy="16596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8F11D-EB9C-DB5D-5179-B96A35D8D2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6DDE29-8453-5544-BD27-23254AF1B8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9E510-1616-C06C-FDBD-650602108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AB209-4142-FB45-AB86-4696D1EDCF10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0EB6A7-D0A4-9243-89B3-573E63AA7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A6ED30-69E5-27BB-3666-32BD2C4BD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8AC63-5E53-DA4C-B209-789F9A678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980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55FCD-BBDA-67F2-E78C-5A26B4450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8488B-7D6C-28C5-DD8C-96FA6E367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E18AEE-9B96-7DAB-00DF-0087D1649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AB209-4142-FB45-AB86-4696D1EDCF10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C0B5EB-3FFE-E0F7-0FCF-B99FEDC3F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458B9-79C4-A87C-0E02-2969D88DF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8AC63-5E53-DA4C-B209-789F9A678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969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E2AAF-F126-0E94-C430-DD548C55F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4545CF-9357-309D-FECF-7F507C878F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A950F0-82EC-279F-BB95-AA29FF496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AB209-4142-FB45-AB86-4696D1EDCF10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14291D-B5BD-4594-804F-BEC8351A6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85FCC-7D84-6180-0CCB-088D2C6DB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8AC63-5E53-DA4C-B209-789F9A678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259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06B6E-61A1-6734-CA06-F89746EA7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FD3FF-D2C6-0CDA-9FD9-0856E1B9B4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2F70FA-E376-1665-6A54-6C12DA0F0F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0D424D-D41C-6188-542A-CA18B6CB1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AB209-4142-FB45-AB86-4696D1EDCF10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5D60D3-00DD-92B3-C2CA-2CE624B10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738CD-5D7A-1A09-9A4A-29272926E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8AC63-5E53-DA4C-B209-789F9A678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957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FB9D3-2D59-270C-FF2F-1F1258706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837155-419C-7511-CDC2-520D3488D2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AE5851-0798-09D9-0B42-589FEA18D5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33A420-3169-BAF6-CA0A-07BB639664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3262FA-D04F-EC7A-ADFB-615E8EB455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71E25D-8A98-0545-096C-62C9C141E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AB209-4142-FB45-AB86-4696D1EDCF10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A12592-6F2E-7F2E-1CED-CA9C28A76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C32A31-D4BA-797C-5EDB-8A8806119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8AC63-5E53-DA4C-B209-789F9A678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270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F31F1-B482-5321-998E-7828CCC99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394D7B-7769-D6C6-F6FC-2B6B64C34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AB209-4142-FB45-AB86-4696D1EDCF10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A28CBE-6113-E326-40B5-2FE687EB6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A3B6EB-AF7B-88D0-8998-26DDB6703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8AC63-5E53-DA4C-B209-789F9A678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683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A6D567-DEB7-BCF7-1A09-4F12C481C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AB209-4142-FB45-AB86-4696D1EDCF10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6E3E27-3776-E6F5-E4DA-EAA2F49DC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AFF234-EFAD-9608-A113-944C051CD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8AC63-5E53-DA4C-B209-789F9A678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387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738FC-E8BB-1F01-44DB-1A481AC4B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C2E77-0739-A52A-1795-FF1AEEA1D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043BF9-379C-F8AF-FA24-4CCBA571F4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B83B63-7FC6-DF48-6F43-898602506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AB209-4142-FB45-AB86-4696D1EDCF10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9A2A73-1787-7078-1BF3-6E8B14EEC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764958-FD13-2891-8451-09DAB0AFF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8AC63-5E53-DA4C-B209-789F9A678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384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3C818-E0B7-0EED-01DE-C67620DBA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FEF461-DA06-43F2-CC3A-44B4070D20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2EE24-28A6-D5CF-A449-546F64C7B6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2779F-6397-7B56-6C10-910DE0E2F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AB209-4142-FB45-AB86-4696D1EDCF10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F9FD58-502F-255C-E698-0C2065DBC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522C6-C18F-EF10-C6C2-2BC5A9C52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8AC63-5E53-DA4C-B209-789F9A678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389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DBF39-4606-115E-ADCF-57585A2B0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D93C2A-8552-FA31-1863-835AACE3EC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F1AD9-464F-10FF-DE82-0B0AF0FA8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AB209-4142-FB45-AB86-4696D1EDCF10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EF1458-4972-34DE-0B5E-D3E4EAEF1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F09CC-BC86-33B0-0663-09005CCC4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8AC63-5E53-DA4C-B209-789F9A678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38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AAE31C-8B21-78D8-8A93-49F9B5A003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8D8719-3165-B96E-A297-A7B8851970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B1808-6EB8-7702-561C-A9AECEE79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AB209-4142-FB45-AB86-4696D1EDCF10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6CF5A-689C-2389-2482-13B7E6BBB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8130A-EA6C-B8FB-2BEF-618597634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8AC63-5E53-DA4C-B209-789F9A678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658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F64475-17FC-303B-9C9A-73A20AC09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CB1B3-353E-F0B8-2B96-D71463E6F8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CC8D5-3A1E-BFBA-8F3C-03E685E588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5AB209-4142-FB45-AB86-4696D1EDCF10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CF50E4-5D19-B8BF-9989-7E1AE79CE0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5D001-F707-F28E-CD7B-5DCA9C48DA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88AC63-5E53-DA4C-B209-789F9A678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618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3E416D2-D994-4F7A-8F62-B28B11BE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5" name="Picture 4" descr="Vaccine storage and manufacturing">
            <a:extLst>
              <a:ext uri="{FF2B5EF4-FFF2-40B4-BE49-F238E27FC236}">
                <a16:creationId xmlns:a16="http://schemas.microsoft.com/office/drawing/2014/main" id="{C0800AAC-B836-F723-8C85-ECC76FB4D6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1" r="-1" b="15577"/>
          <a:stretch>
            <a:fillRect/>
          </a:stretch>
        </p:blipFill>
        <p:spPr>
          <a:xfrm>
            <a:off x="1524" y="10"/>
            <a:ext cx="12188951" cy="6857989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B27C166-470E-467E-9E9E-E235EEF3C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24691" y="0"/>
            <a:ext cx="7365784" cy="6858000"/>
          </a:xfrm>
          <a:custGeom>
            <a:avLst/>
            <a:gdLst>
              <a:gd name="connsiteX0" fmla="*/ 5742761 w 7365784"/>
              <a:gd name="connsiteY0" fmla="*/ 0 h 6858000"/>
              <a:gd name="connsiteX1" fmla="*/ 3076369 w 7365784"/>
              <a:gd name="connsiteY1" fmla="*/ 0 h 6858000"/>
              <a:gd name="connsiteX2" fmla="*/ 1949196 w 7365784"/>
              <a:gd name="connsiteY2" fmla="*/ 0 h 6858000"/>
              <a:gd name="connsiteX3" fmla="*/ 1583228 w 7365784"/>
              <a:gd name="connsiteY3" fmla="*/ 0 h 6858000"/>
              <a:gd name="connsiteX4" fmla="*/ 1457787 w 7365784"/>
              <a:gd name="connsiteY4" fmla="*/ 0 h 6858000"/>
              <a:gd name="connsiteX5" fmla="*/ 1445578 w 7365784"/>
              <a:gd name="connsiteY5" fmla="*/ 0 h 6858000"/>
              <a:gd name="connsiteX6" fmla="*/ 571708 w 7365784"/>
              <a:gd name="connsiteY6" fmla="*/ 0 h 6858000"/>
              <a:gd name="connsiteX7" fmla="*/ 237757 w 7365784"/>
              <a:gd name="connsiteY7" fmla="*/ 0 h 6858000"/>
              <a:gd name="connsiteX8" fmla="*/ 205161 w 7365784"/>
              <a:gd name="connsiteY8" fmla="*/ 0 h 6858000"/>
              <a:gd name="connsiteX9" fmla="*/ 0 w 7365784"/>
              <a:gd name="connsiteY9" fmla="*/ 0 h 6858000"/>
              <a:gd name="connsiteX10" fmla="*/ 0 w 7365784"/>
              <a:gd name="connsiteY10" fmla="*/ 6858000 h 6858000"/>
              <a:gd name="connsiteX11" fmla="*/ 205161 w 7365784"/>
              <a:gd name="connsiteY11" fmla="*/ 6858000 h 6858000"/>
              <a:gd name="connsiteX12" fmla="*/ 237757 w 7365784"/>
              <a:gd name="connsiteY12" fmla="*/ 6858000 h 6858000"/>
              <a:gd name="connsiteX13" fmla="*/ 571708 w 7365784"/>
              <a:gd name="connsiteY13" fmla="*/ 6858000 h 6858000"/>
              <a:gd name="connsiteX14" fmla="*/ 1274834 w 7365784"/>
              <a:gd name="connsiteY14" fmla="*/ 6858000 h 6858000"/>
              <a:gd name="connsiteX15" fmla="*/ 1445578 w 7365784"/>
              <a:gd name="connsiteY15" fmla="*/ 6858000 h 6858000"/>
              <a:gd name="connsiteX16" fmla="*/ 1457787 w 7365784"/>
              <a:gd name="connsiteY16" fmla="*/ 6858000 h 6858000"/>
              <a:gd name="connsiteX17" fmla="*/ 1949196 w 7365784"/>
              <a:gd name="connsiteY17" fmla="*/ 6858000 h 6858000"/>
              <a:gd name="connsiteX18" fmla="*/ 3076369 w 7365784"/>
              <a:gd name="connsiteY18" fmla="*/ 6858000 h 6858000"/>
              <a:gd name="connsiteX19" fmla="*/ 4863030 w 7365784"/>
              <a:gd name="connsiteY19" fmla="*/ 6858000 h 6858000"/>
              <a:gd name="connsiteX20" fmla="*/ 4974786 w 7365784"/>
              <a:gd name="connsiteY20" fmla="*/ 6780599 h 6858000"/>
              <a:gd name="connsiteX21" fmla="*/ 5491434 w 7365784"/>
              <a:gd name="connsiteY21" fmla="*/ 6374814 h 6858000"/>
              <a:gd name="connsiteX22" fmla="*/ 7365784 w 7365784"/>
              <a:gd name="connsiteY22" fmla="*/ 3621656 h 6858000"/>
              <a:gd name="connsiteX23" fmla="*/ 5764885 w 7365784"/>
              <a:gd name="connsiteY23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365784" h="6858000">
                <a:moveTo>
                  <a:pt x="5742761" y="0"/>
                </a:moveTo>
                <a:lnTo>
                  <a:pt x="3076369" y="0"/>
                </a:lnTo>
                <a:lnTo>
                  <a:pt x="1949196" y="0"/>
                </a:lnTo>
                <a:lnTo>
                  <a:pt x="1583228" y="0"/>
                </a:lnTo>
                <a:lnTo>
                  <a:pt x="1457787" y="0"/>
                </a:lnTo>
                <a:lnTo>
                  <a:pt x="1445578" y="0"/>
                </a:lnTo>
                <a:lnTo>
                  <a:pt x="571708" y="0"/>
                </a:lnTo>
                <a:lnTo>
                  <a:pt x="237757" y="0"/>
                </a:lnTo>
                <a:lnTo>
                  <a:pt x="205161" y="0"/>
                </a:lnTo>
                <a:lnTo>
                  <a:pt x="0" y="0"/>
                </a:lnTo>
                <a:lnTo>
                  <a:pt x="0" y="6858000"/>
                </a:lnTo>
                <a:lnTo>
                  <a:pt x="205161" y="6858000"/>
                </a:lnTo>
                <a:lnTo>
                  <a:pt x="237757" y="6858000"/>
                </a:lnTo>
                <a:lnTo>
                  <a:pt x="571708" y="6858000"/>
                </a:lnTo>
                <a:lnTo>
                  <a:pt x="1274834" y="6858000"/>
                </a:lnTo>
                <a:lnTo>
                  <a:pt x="1445578" y="6858000"/>
                </a:lnTo>
                <a:lnTo>
                  <a:pt x="1457787" y="6858000"/>
                </a:lnTo>
                <a:lnTo>
                  <a:pt x="1949196" y="6858000"/>
                </a:lnTo>
                <a:lnTo>
                  <a:pt x="3076369" y="6858000"/>
                </a:lnTo>
                <a:lnTo>
                  <a:pt x="4863030" y="6858000"/>
                </a:lnTo>
                <a:lnTo>
                  <a:pt x="4974786" y="6780599"/>
                </a:lnTo>
                <a:cubicBezTo>
                  <a:pt x="5148604" y="6653108"/>
                  <a:pt x="5319231" y="6515397"/>
                  <a:pt x="5491434" y="6374814"/>
                </a:cubicBezTo>
                <a:cubicBezTo>
                  <a:pt x="6437059" y="5602839"/>
                  <a:pt x="7365784" y="4969131"/>
                  <a:pt x="7365784" y="3621656"/>
                </a:cubicBezTo>
                <a:cubicBezTo>
                  <a:pt x="7365784" y="2093192"/>
                  <a:pt x="6792048" y="754641"/>
                  <a:pt x="576488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73636C8-1392-483A-8A7A-CA259E806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983671" y="0"/>
            <a:ext cx="7208329" cy="6858000"/>
          </a:xfrm>
          <a:custGeom>
            <a:avLst/>
            <a:gdLst>
              <a:gd name="connsiteX0" fmla="*/ 5585306 w 7208329"/>
              <a:gd name="connsiteY0" fmla="*/ 0 h 6858000"/>
              <a:gd name="connsiteX1" fmla="*/ 2918914 w 7208329"/>
              <a:gd name="connsiteY1" fmla="*/ 0 h 6858000"/>
              <a:gd name="connsiteX2" fmla="*/ 1592911 w 7208329"/>
              <a:gd name="connsiteY2" fmla="*/ 0 h 6858000"/>
              <a:gd name="connsiteX3" fmla="*/ 1425773 w 7208329"/>
              <a:gd name="connsiteY3" fmla="*/ 0 h 6858000"/>
              <a:gd name="connsiteX4" fmla="*/ 1300332 w 7208329"/>
              <a:gd name="connsiteY4" fmla="*/ 0 h 6858000"/>
              <a:gd name="connsiteX5" fmla="*/ 1288123 w 7208329"/>
              <a:gd name="connsiteY5" fmla="*/ 0 h 6858000"/>
              <a:gd name="connsiteX6" fmla="*/ 414253 w 7208329"/>
              <a:gd name="connsiteY6" fmla="*/ 0 h 6858000"/>
              <a:gd name="connsiteX7" fmla="*/ 80302 w 7208329"/>
              <a:gd name="connsiteY7" fmla="*/ 0 h 6858000"/>
              <a:gd name="connsiteX8" fmla="*/ 47706 w 7208329"/>
              <a:gd name="connsiteY8" fmla="*/ 0 h 6858000"/>
              <a:gd name="connsiteX9" fmla="*/ 0 w 7208329"/>
              <a:gd name="connsiteY9" fmla="*/ 0 h 6858000"/>
              <a:gd name="connsiteX10" fmla="*/ 0 w 7208329"/>
              <a:gd name="connsiteY10" fmla="*/ 6858000 h 6858000"/>
              <a:gd name="connsiteX11" fmla="*/ 47706 w 7208329"/>
              <a:gd name="connsiteY11" fmla="*/ 6858000 h 6858000"/>
              <a:gd name="connsiteX12" fmla="*/ 80302 w 7208329"/>
              <a:gd name="connsiteY12" fmla="*/ 6858000 h 6858000"/>
              <a:gd name="connsiteX13" fmla="*/ 414253 w 7208329"/>
              <a:gd name="connsiteY13" fmla="*/ 6858000 h 6858000"/>
              <a:gd name="connsiteX14" fmla="*/ 1117379 w 7208329"/>
              <a:gd name="connsiteY14" fmla="*/ 6858000 h 6858000"/>
              <a:gd name="connsiteX15" fmla="*/ 1288123 w 7208329"/>
              <a:gd name="connsiteY15" fmla="*/ 6858000 h 6858000"/>
              <a:gd name="connsiteX16" fmla="*/ 1300332 w 7208329"/>
              <a:gd name="connsiteY16" fmla="*/ 6858000 h 6858000"/>
              <a:gd name="connsiteX17" fmla="*/ 1592911 w 7208329"/>
              <a:gd name="connsiteY17" fmla="*/ 6858000 h 6858000"/>
              <a:gd name="connsiteX18" fmla="*/ 2918914 w 7208329"/>
              <a:gd name="connsiteY18" fmla="*/ 6858000 h 6858000"/>
              <a:gd name="connsiteX19" fmla="*/ 4705575 w 7208329"/>
              <a:gd name="connsiteY19" fmla="*/ 6858000 h 6858000"/>
              <a:gd name="connsiteX20" fmla="*/ 4817331 w 7208329"/>
              <a:gd name="connsiteY20" fmla="*/ 6780599 h 6858000"/>
              <a:gd name="connsiteX21" fmla="*/ 5333979 w 7208329"/>
              <a:gd name="connsiteY21" fmla="*/ 6374814 h 6858000"/>
              <a:gd name="connsiteX22" fmla="*/ 7208329 w 7208329"/>
              <a:gd name="connsiteY22" fmla="*/ 3621656 h 6858000"/>
              <a:gd name="connsiteX23" fmla="*/ 5607430 w 7208329"/>
              <a:gd name="connsiteY23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208329" h="6858000">
                <a:moveTo>
                  <a:pt x="5585306" y="0"/>
                </a:moveTo>
                <a:lnTo>
                  <a:pt x="2918914" y="0"/>
                </a:lnTo>
                <a:lnTo>
                  <a:pt x="1592911" y="0"/>
                </a:lnTo>
                <a:lnTo>
                  <a:pt x="1425773" y="0"/>
                </a:lnTo>
                <a:lnTo>
                  <a:pt x="1300332" y="0"/>
                </a:lnTo>
                <a:lnTo>
                  <a:pt x="1288123" y="0"/>
                </a:lnTo>
                <a:lnTo>
                  <a:pt x="414253" y="0"/>
                </a:lnTo>
                <a:lnTo>
                  <a:pt x="80302" y="0"/>
                </a:lnTo>
                <a:lnTo>
                  <a:pt x="47706" y="0"/>
                </a:lnTo>
                <a:lnTo>
                  <a:pt x="0" y="0"/>
                </a:lnTo>
                <a:lnTo>
                  <a:pt x="0" y="6858000"/>
                </a:lnTo>
                <a:lnTo>
                  <a:pt x="47706" y="6858000"/>
                </a:lnTo>
                <a:lnTo>
                  <a:pt x="80302" y="6858000"/>
                </a:lnTo>
                <a:lnTo>
                  <a:pt x="414253" y="6858000"/>
                </a:lnTo>
                <a:lnTo>
                  <a:pt x="1117379" y="6858000"/>
                </a:lnTo>
                <a:lnTo>
                  <a:pt x="1288123" y="6858000"/>
                </a:lnTo>
                <a:lnTo>
                  <a:pt x="1300332" y="6858000"/>
                </a:lnTo>
                <a:lnTo>
                  <a:pt x="1592911" y="6858000"/>
                </a:lnTo>
                <a:lnTo>
                  <a:pt x="2918914" y="6858000"/>
                </a:lnTo>
                <a:lnTo>
                  <a:pt x="4705575" y="6858000"/>
                </a:lnTo>
                <a:lnTo>
                  <a:pt x="4817331" y="6780599"/>
                </a:lnTo>
                <a:cubicBezTo>
                  <a:pt x="4991149" y="6653108"/>
                  <a:pt x="5161776" y="6515397"/>
                  <a:pt x="5333979" y="6374814"/>
                </a:cubicBezTo>
                <a:cubicBezTo>
                  <a:pt x="6279604" y="5602839"/>
                  <a:pt x="7208329" y="4969131"/>
                  <a:pt x="7208329" y="3621656"/>
                </a:cubicBezTo>
                <a:cubicBezTo>
                  <a:pt x="7208329" y="2093192"/>
                  <a:pt x="6634593" y="754641"/>
                  <a:pt x="5607430" y="14997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539A79B-DFBA-4781-B0DE-4044B0722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11396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CF82C2-D844-DFDC-7CDB-4F48F1E853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70897" y="1346268"/>
            <a:ext cx="5568285" cy="2809475"/>
          </a:xfrm>
        </p:spPr>
        <p:txBody>
          <a:bodyPr>
            <a:normAutofit/>
          </a:bodyPr>
          <a:lstStyle/>
          <a:p>
            <a:pPr algn="l"/>
            <a:r>
              <a:rPr lang="en-US" sz="4200"/>
              <a:t>A Comparative Analysis of DEFLATE and Snappy for E-Commerce Data Compression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35390F-9170-922A-5A6E-C889D8443A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69341" y="4251278"/>
            <a:ext cx="5568285" cy="1920921"/>
          </a:xfrm>
        </p:spPr>
        <p:txBody>
          <a:bodyPr>
            <a:noAutofit/>
          </a:bodyPr>
          <a:lstStyle/>
          <a:p>
            <a:pPr algn="l"/>
            <a:r>
              <a:rPr lang="en-US" sz="2000" dirty="0"/>
              <a:t>Team Members</a:t>
            </a:r>
          </a:p>
          <a:p>
            <a:pPr algn="l"/>
            <a:r>
              <a:rPr lang="en-US" sz="2000" dirty="0" err="1"/>
              <a:t>Pradeep.M</a:t>
            </a:r>
            <a:r>
              <a:rPr lang="en-US" sz="2000" dirty="0"/>
              <a:t> -22MID0152</a:t>
            </a:r>
          </a:p>
          <a:p>
            <a:pPr algn="l"/>
            <a:r>
              <a:rPr lang="en-US" sz="2000" dirty="0" err="1"/>
              <a:t>Dharanishvar.R</a:t>
            </a:r>
            <a:r>
              <a:rPr lang="en-US" sz="2000" dirty="0"/>
              <a:t> -22MID0170</a:t>
            </a:r>
          </a:p>
          <a:p>
            <a:pPr algn="l"/>
            <a:r>
              <a:rPr lang="en-US" sz="2000" dirty="0" err="1"/>
              <a:t>Mohanakrishnan.J</a:t>
            </a:r>
            <a:r>
              <a:rPr lang="en-US" sz="2000" dirty="0"/>
              <a:t>—22MID0175</a:t>
            </a:r>
          </a:p>
        </p:txBody>
      </p:sp>
    </p:spTree>
    <p:extLst>
      <p:ext uri="{BB962C8B-B14F-4D97-AF65-F5344CB8AC3E}">
        <p14:creationId xmlns:p14="http://schemas.microsoft.com/office/powerpoint/2010/main" val="3208268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786F1A-77E0-3A92-ABC0-FB9B5F8C3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The Problem: E-Commerce Data is Big </a:t>
            </a:r>
            <a:r>
              <a:rPr lang="en-US" i="1">
                <a:solidFill>
                  <a:schemeClr val="bg1"/>
                </a:solidFill>
              </a:rPr>
              <a:t>and</a:t>
            </a:r>
            <a:r>
              <a:rPr lang="en-US">
                <a:solidFill>
                  <a:schemeClr val="bg1"/>
                </a:solidFill>
              </a:rPr>
              <a:t> Fast</a:t>
            </a:r>
          </a:p>
        </p:txBody>
      </p:sp>
      <p:grpSp>
        <p:nvGrpSpPr>
          <p:cNvPr id="14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2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21" name="Rectangle 1">
            <a:extLst>
              <a:ext uri="{FF2B5EF4-FFF2-40B4-BE49-F238E27FC236}">
                <a16:creationId xmlns:a16="http://schemas.microsoft.com/office/drawing/2014/main" id="{7926116F-8112-2CD5-0C60-B55FB587FE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5950213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40648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15B081-750B-05E3-E40F-224325DC8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The Existing Solution: DEFLATE (zlib/gzip)</a:t>
            </a:r>
          </a:p>
        </p:txBody>
      </p:sp>
      <p:grpSp>
        <p:nvGrpSpPr>
          <p:cNvPr id="45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15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7" name="Oval 4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49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50" name="Freeform: Shape 22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23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24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25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26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27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28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29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30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31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32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34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62" name="Rectangle 1">
            <a:extLst>
              <a:ext uri="{FF2B5EF4-FFF2-40B4-BE49-F238E27FC236}">
                <a16:creationId xmlns:a16="http://schemas.microsoft.com/office/drawing/2014/main" id="{F2CCEC8A-0C35-608F-C8D1-ACBA0E629C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1934816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44153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D54A93-EC91-8040-441A-83FD7AF76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How DEFLATE Works (A Two-Stage Process)</a:t>
            </a:r>
          </a:p>
        </p:txBody>
      </p:sp>
      <p:grpSp>
        <p:nvGrpSpPr>
          <p:cNvPr id="39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40" name="Freeform: Shape 14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15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2" name="Oval 41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44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45" name="Freeform: Shape 22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23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24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25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26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27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28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29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30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31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32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33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34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3B8D7D72-8D2D-49DD-A303-CB292C40DB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1976661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74417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23ED60-D826-1A8A-8215-866181AFB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The Bottleneck: DEFLATE's Problem</a:t>
            </a:r>
          </a:p>
        </p:txBody>
      </p:sp>
      <p:grpSp>
        <p:nvGrpSpPr>
          <p:cNvPr id="14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2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7157DF99-6638-166C-1342-A6C82A4267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1893065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5842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9EBDA5-9E61-A2B6-90D5-14EF55E46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The Proposed Solution: Snappy</a:t>
            </a:r>
          </a:p>
        </p:txBody>
      </p:sp>
      <p:graphicFrame>
        <p:nvGraphicFramePr>
          <p:cNvPr id="41" name="Rectangle 1">
            <a:extLst>
              <a:ext uri="{FF2B5EF4-FFF2-40B4-BE49-F238E27FC236}">
                <a16:creationId xmlns:a16="http://schemas.microsoft.com/office/drawing/2014/main" id="{EFE447A1-F287-1455-D3B0-B9D18C87B4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977271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18960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9FAACF-07C8-D88A-8D3C-359A9CB3F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How Snappy Works (The One-Stage Process)</a:t>
            </a:r>
          </a:p>
        </p:txBody>
      </p:sp>
      <p:grpSp>
        <p:nvGrpSpPr>
          <p:cNvPr id="14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36" name="Freeform: Shape 14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7" name="Oval 3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9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40" name="Freeform: Shape 22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23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24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25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26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27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28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29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813F35E6-0DD9-0CEA-9C3A-4C040711A4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3612056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78562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5A5216-DE02-ECA8-6C93-DAE6986A6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The Core Argument: Speed vs. Size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0D05BE01-74B7-BCEA-F29A-B1FBD3C9F2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030583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44131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9C1385-A4E7-F26F-9998-4E0956436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Who Uses Snappy? 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B27BBFD2-DB83-1590-7D2A-927F6945D2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488345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29199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22A824-18FB-DA32-F378-6B3794568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Conclusion 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F3D298A2-7EC5-2961-9FCC-05DA444921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228359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97794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743</Words>
  <Application>Microsoft Macintosh PowerPoint</Application>
  <PresentationFormat>Widescreen</PresentationFormat>
  <Paragraphs>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Meiryo</vt:lpstr>
      <vt:lpstr>Aptos</vt:lpstr>
      <vt:lpstr>Aptos Display</vt:lpstr>
      <vt:lpstr>Arial</vt:lpstr>
      <vt:lpstr>Office Theme</vt:lpstr>
      <vt:lpstr>A Comparative Analysis of DEFLATE and Snappy for E-Commerce Data Compression</vt:lpstr>
      <vt:lpstr>The Problem: E-Commerce Data is Big and Fast</vt:lpstr>
      <vt:lpstr>The Existing Solution: DEFLATE (zlib/gzip)</vt:lpstr>
      <vt:lpstr>How DEFLATE Works (A Two-Stage Process)</vt:lpstr>
      <vt:lpstr>The Bottleneck: DEFLATE's Problem</vt:lpstr>
      <vt:lpstr>The Proposed Solution: Snappy</vt:lpstr>
      <vt:lpstr>How Snappy Works (The One-Stage Process)</vt:lpstr>
      <vt:lpstr>The Core Argument: Speed vs. Size</vt:lpstr>
      <vt:lpstr>Who Uses Snappy? 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pradeep mohan</dc:creator>
  <cp:lastModifiedBy>pradeep mohan</cp:lastModifiedBy>
  <cp:revision>1</cp:revision>
  <dcterms:created xsi:type="dcterms:W3CDTF">2025-11-11T15:59:57Z</dcterms:created>
  <dcterms:modified xsi:type="dcterms:W3CDTF">2025-11-11T16:11:25Z</dcterms:modified>
</cp:coreProperties>
</file>